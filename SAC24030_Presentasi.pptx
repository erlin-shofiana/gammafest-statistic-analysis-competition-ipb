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Lora Bold" panose="020B0604020202020204" charset="0"/>
      <p:regular r:id="rId18"/>
    </p:embeddedFont>
    <p:embeddedFont>
      <p:font typeface="Lora Bold Italics" panose="020B0604020202020204" charset="0"/>
      <p:regular r:id="rId19"/>
    </p:embeddedFont>
    <p:embeddedFont>
      <p:font typeface="Open Sans Bold" panose="020B0604020202020204" charset="0"/>
      <p:regular r:id="rId20"/>
    </p:embeddedFont>
    <p:embeddedFont>
      <p:font typeface="Open Sans Bold Italics" panose="020B0604020202020204" charset="0"/>
      <p:regular r:id="rId21"/>
    </p:embeddedFont>
    <p:embeddedFont>
      <p:font typeface="Poppins" panose="00000500000000000000" pitchFamily="2" charset="0"/>
      <p:regular r:id="rId22"/>
    </p:embeddedFont>
    <p:embeddedFont>
      <p:font typeface="Poppins Bold" panose="00000800000000000000" charset="0"/>
      <p:regular r:id="rId23"/>
    </p:embeddedFont>
    <p:embeddedFont>
      <p:font typeface="Poppins Bold Italics" panose="020B0604020202020204" charset="0"/>
      <p:regular r:id="rId24"/>
    </p:embeddedFont>
    <p:embeddedFont>
      <p:font typeface="Poppins Italics" panose="020B0604020202020204" charset="0"/>
      <p:regular r:id="rId25"/>
    </p:embeddedFont>
    <p:embeddedFont>
      <p:font typeface="Poppins Medium" panose="00000600000000000000" pitchFamily="2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6" d="100"/>
          <a:sy n="36" d="100"/>
        </p:scale>
        <p:origin x="628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13.sv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svg"/><Relationship Id="rId9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5.png"/><Relationship Id="rId7" Type="http://schemas.openxmlformats.org/officeDocument/2006/relationships/image" Target="../media/image1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5.png"/><Relationship Id="rId7" Type="http://schemas.openxmlformats.org/officeDocument/2006/relationships/image" Target="../media/image20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1.svg"/><Relationship Id="rId4" Type="http://schemas.openxmlformats.org/officeDocument/2006/relationships/image" Target="../media/image6.sv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5.png"/><Relationship Id="rId7" Type="http://schemas.openxmlformats.org/officeDocument/2006/relationships/image" Target="../media/image26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6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25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6" b="-26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2572752" y="3216022"/>
            <a:ext cx="13142497" cy="3710296"/>
          </a:xfrm>
          <a:custGeom>
            <a:avLst/>
            <a:gdLst/>
            <a:ahLst/>
            <a:cxnLst/>
            <a:rect l="l" t="t" r="r" b="b"/>
            <a:pathLst>
              <a:path w="13142497" h="3710296">
                <a:moveTo>
                  <a:pt x="0" y="0"/>
                </a:moveTo>
                <a:lnTo>
                  <a:pt x="13142497" y="0"/>
                </a:lnTo>
                <a:lnTo>
                  <a:pt x="13142497" y="3710296"/>
                </a:lnTo>
                <a:lnTo>
                  <a:pt x="0" y="37102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287576" y="4332403"/>
            <a:ext cx="11712848" cy="1202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19"/>
              </a:lnSpc>
            </a:pPr>
            <a:r>
              <a:rPr lang="en-US" sz="6300">
                <a:solidFill>
                  <a:srgbClr val="153063"/>
                </a:solidFill>
                <a:latin typeface="Open Sans Bold Italics"/>
              </a:rPr>
              <a:t>Statistics Analysis Competition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981416" y="3951403"/>
            <a:ext cx="4325169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153063"/>
                </a:solidFill>
                <a:latin typeface="Poppins Medium"/>
              </a:rPr>
              <a:t>Presentasi Babak Final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04545" y="5535497"/>
            <a:ext cx="6278910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153063"/>
                </a:solidFill>
                <a:latin typeface="Poppins Medium"/>
              </a:rPr>
              <a:t>SAC24030 - Erlin Shofiana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7468" y="0"/>
            <a:ext cx="18335468" cy="10287000"/>
            <a:chOff x="0" y="0"/>
            <a:chExt cx="2444729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47246" cy="13716000"/>
            </a:xfrm>
            <a:custGeom>
              <a:avLst/>
              <a:gdLst/>
              <a:ahLst/>
              <a:cxnLst/>
              <a:rect l="l" t="t" r="r" b="b"/>
              <a:pathLst>
                <a:path w="24447246" h="13716000">
                  <a:moveTo>
                    <a:pt x="0" y="0"/>
                  </a:moveTo>
                  <a:lnTo>
                    <a:pt x="24447246" y="0"/>
                  </a:lnTo>
                  <a:lnTo>
                    <a:pt x="24447246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6722" b="-16722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2572752" y="3216022"/>
            <a:ext cx="13142497" cy="3710296"/>
          </a:xfrm>
          <a:custGeom>
            <a:avLst/>
            <a:gdLst/>
            <a:ahLst/>
            <a:cxnLst/>
            <a:rect l="l" t="t" r="r" b="b"/>
            <a:pathLst>
              <a:path w="13142497" h="3710296">
                <a:moveTo>
                  <a:pt x="0" y="0"/>
                </a:moveTo>
                <a:lnTo>
                  <a:pt x="13142497" y="0"/>
                </a:lnTo>
                <a:lnTo>
                  <a:pt x="13142497" y="3710296"/>
                </a:lnTo>
                <a:lnTo>
                  <a:pt x="0" y="37102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041433" y="3355718"/>
            <a:ext cx="14205135" cy="3307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19"/>
              </a:lnSpc>
            </a:pPr>
            <a:r>
              <a:rPr lang="en-US" sz="6300" dirty="0" err="1">
                <a:solidFill>
                  <a:srgbClr val="153063"/>
                </a:solidFill>
                <a:latin typeface="Open Sans Bold"/>
              </a:rPr>
              <a:t>Pemodelan</a:t>
            </a:r>
            <a:r>
              <a:rPr lang="en-US" sz="6300" dirty="0">
                <a:solidFill>
                  <a:srgbClr val="153063"/>
                </a:solidFill>
                <a:latin typeface="Open Sans Bold"/>
              </a:rPr>
              <a:t> </a:t>
            </a:r>
            <a:r>
              <a:rPr lang="en-US" sz="6300" dirty="0" err="1">
                <a:solidFill>
                  <a:srgbClr val="153063"/>
                </a:solidFill>
                <a:latin typeface="Open Sans Bold"/>
              </a:rPr>
              <a:t>PDRB</a:t>
            </a:r>
            <a:r>
              <a:rPr lang="en-US" sz="6300" dirty="0">
                <a:solidFill>
                  <a:srgbClr val="153063"/>
                </a:solidFill>
                <a:latin typeface="Open Sans Bold"/>
              </a:rPr>
              <a:t> </a:t>
            </a:r>
            <a:r>
              <a:rPr lang="en-US" sz="6300" dirty="0" err="1">
                <a:solidFill>
                  <a:srgbClr val="153063"/>
                </a:solidFill>
                <a:latin typeface="Open Sans Bold"/>
              </a:rPr>
              <a:t>Konstan</a:t>
            </a:r>
            <a:r>
              <a:rPr lang="en-US" sz="6300" dirty="0">
                <a:solidFill>
                  <a:srgbClr val="153063"/>
                </a:solidFill>
                <a:latin typeface="Open Sans Bold"/>
              </a:rPr>
              <a:t> Per </a:t>
            </a:r>
            <a:r>
              <a:rPr lang="en-US" sz="6300" dirty="0" err="1">
                <a:solidFill>
                  <a:srgbClr val="153063"/>
                </a:solidFill>
                <a:latin typeface="Open Sans Bold"/>
              </a:rPr>
              <a:t>Kapita</a:t>
            </a:r>
            <a:r>
              <a:rPr lang="en-US" sz="6300" dirty="0">
                <a:solidFill>
                  <a:srgbClr val="153063"/>
                </a:solidFill>
                <a:latin typeface="Open Sans Bold"/>
              </a:rPr>
              <a:t> </a:t>
            </a:r>
            <a:r>
              <a:rPr lang="en-US" sz="6300" dirty="0" err="1">
                <a:solidFill>
                  <a:srgbClr val="153063"/>
                </a:solidFill>
                <a:latin typeface="Open Sans Bold"/>
              </a:rPr>
              <a:t>Kabupaten</a:t>
            </a:r>
            <a:r>
              <a:rPr lang="en-US" sz="6300" dirty="0">
                <a:solidFill>
                  <a:srgbClr val="153063"/>
                </a:solidFill>
                <a:latin typeface="Open Sans Bold"/>
              </a:rPr>
              <a:t> dan Kota di Kalimantan </a:t>
            </a:r>
            <a:r>
              <a:rPr lang="en-US" sz="6300" dirty="0" err="1">
                <a:solidFill>
                  <a:srgbClr val="153063"/>
                </a:solidFill>
                <a:latin typeface="Open Sans Bold"/>
              </a:rPr>
              <a:t>Menggunakan</a:t>
            </a:r>
            <a:r>
              <a:rPr lang="en-US" sz="6300" dirty="0">
                <a:solidFill>
                  <a:srgbClr val="153063"/>
                </a:solidFill>
                <a:latin typeface="Open Sans Bold"/>
              </a:rPr>
              <a:t> </a:t>
            </a:r>
            <a:r>
              <a:rPr lang="en-US" sz="6300" dirty="0" err="1">
                <a:solidFill>
                  <a:srgbClr val="153063"/>
                </a:solidFill>
                <a:latin typeface="Open Sans Bold"/>
              </a:rPr>
              <a:t>GWPR</a:t>
            </a:r>
            <a:endParaRPr lang="en-US" sz="6300" dirty="0">
              <a:solidFill>
                <a:srgbClr val="153063"/>
              </a:solidFill>
              <a:latin typeface="Open Sans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72053"/>
            <a:chOff x="0" y="0"/>
            <a:chExt cx="24384000" cy="19627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62785"/>
            </a:xfrm>
            <a:custGeom>
              <a:avLst/>
              <a:gdLst/>
              <a:ahLst/>
              <a:cxnLst/>
              <a:rect l="l" t="t" r="r" b="b"/>
              <a:pathLst>
                <a:path w="24384000" h="1962785">
                  <a:moveTo>
                    <a:pt x="0" y="0"/>
                  </a:moveTo>
                  <a:lnTo>
                    <a:pt x="24384000" y="0"/>
                  </a:lnTo>
                  <a:lnTo>
                    <a:pt x="24384000" y="1962785"/>
                  </a:lnTo>
                  <a:lnTo>
                    <a:pt x="0" y="1962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15050" b="-415047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0" y="2336492"/>
            <a:ext cx="18382936" cy="12977009"/>
          </a:xfrm>
          <a:custGeom>
            <a:avLst/>
            <a:gdLst/>
            <a:ahLst/>
            <a:cxnLst/>
            <a:rect l="l" t="t" r="r" b="b"/>
            <a:pathLst>
              <a:path w="18382936" h="12977009">
                <a:moveTo>
                  <a:pt x="0" y="0"/>
                </a:moveTo>
                <a:lnTo>
                  <a:pt x="18382936" y="0"/>
                </a:lnTo>
                <a:lnTo>
                  <a:pt x="18382936" y="12977009"/>
                </a:lnTo>
                <a:lnTo>
                  <a:pt x="0" y="129770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8700" y="713223"/>
            <a:ext cx="6807640" cy="1372998"/>
          </a:xfrm>
          <a:custGeom>
            <a:avLst/>
            <a:gdLst/>
            <a:ahLst/>
            <a:cxnLst/>
            <a:rect l="l" t="t" r="r" b="b"/>
            <a:pathLst>
              <a:path w="6807640" h="1372998">
                <a:moveTo>
                  <a:pt x="0" y="0"/>
                </a:moveTo>
                <a:lnTo>
                  <a:pt x="6807640" y="0"/>
                </a:lnTo>
                <a:lnTo>
                  <a:pt x="6807640" y="1372998"/>
                </a:lnTo>
                <a:lnTo>
                  <a:pt x="0" y="13729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2414554" y="6779718"/>
            <a:ext cx="13458892" cy="2885856"/>
            <a:chOff x="0" y="0"/>
            <a:chExt cx="17945189" cy="3847808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17945189" cy="3847808"/>
              <a:chOff x="0" y="0"/>
              <a:chExt cx="3790691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790691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790691" h="812800">
                    <a:moveTo>
                      <a:pt x="27542" y="0"/>
                    </a:moveTo>
                    <a:lnTo>
                      <a:pt x="3763149" y="0"/>
                    </a:lnTo>
                    <a:cubicBezTo>
                      <a:pt x="3778360" y="0"/>
                      <a:pt x="3790691" y="12331"/>
                      <a:pt x="3790691" y="27542"/>
                    </a:cubicBezTo>
                    <a:lnTo>
                      <a:pt x="3790691" y="785258"/>
                    </a:lnTo>
                    <a:cubicBezTo>
                      <a:pt x="3790691" y="800469"/>
                      <a:pt x="3778360" y="812800"/>
                      <a:pt x="3763149" y="812800"/>
                    </a:cubicBezTo>
                    <a:lnTo>
                      <a:pt x="27542" y="812800"/>
                    </a:lnTo>
                    <a:cubicBezTo>
                      <a:pt x="12331" y="812800"/>
                      <a:pt x="0" y="800469"/>
                      <a:pt x="0" y="785258"/>
                    </a:cubicBezTo>
                    <a:lnTo>
                      <a:pt x="0" y="27542"/>
                    </a:lnTo>
                    <a:cubicBezTo>
                      <a:pt x="0" y="12331"/>
                      <a:pt x="12331" y="0"/>
                      <a:pt x="27542" y="0"/>
                    </a:cubicBezTo>
                    <a:close/>
                  </a:path>
                </a:pathLst>
              </a:custGeom>
              <a:solidFill>
                <a:srgbClr val="90A8C1">
                  <a:alpha val="40784"/>
                </a:srgbClr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66675"/>
                <a:ext cx="3790691" cy="879475"/>
              </a:xfrm>
              <a:prstGeom prst="rect">
                <a:avLst/>
              </a:prstGeom>
            </p:spPr>
            <p:txBody>
              <a:bodyPr lIns="90286" tIns="90286" rIns="90286" bIns="90286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1086335" y="792828"/>
              <a:ext cx="3325795" cy="1994540"/>
              <a:chOff x="0" y="0"/>
              <a:chExt cx="812800" cy="48745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48745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87451">
                    <a:moveTo>
                      <a:pt x="148607" y="0"/>
                    </a:moveTo>
                    <a:lnTo>
                      <a:pt x="664193" y="0"/>
                    </a:lnTo>
                    <a:cubicBezTo>
                      <a:pt x="746266" y="0"/>
                      <a:pt x="812800" y="66534"/>
                      <a:pt x="812800" y="148607"/>
                    </a:cubicBezTo>
                    <a:lnTo>
                      <a:pt x="812800" y="338843"/>
                    </a:lnTo>
                    <a:cubicBezTo>
                      <a:pt x="812800" y="378257"/>
                      <a:pt x="797143" y="416055"/>
                      <a:pt x="769274" y="443925"/>
                    </a:cubicBezTo>
                    <a:cubicBezTo>
                      <a:pt x="741405" y="471794"/>
                      <a:pt x="703606" y="487451"/>
                      <a:pt x="664193" y="487451"/>
                    </a:cubicBezTo>
                    <a:lnTo>
                      <a:pt x="148607" y="487451"/>
                    </a:lnTo>
                    <a:cubicBezTo>
                      <a:pt x="66534" y="487451"/>
                      <a:pt x="0" y="420917"/>
                      <a:pt x="0" y="338843"/>
                    </a:cubicBezTo>
                    <a:lnTo>
                      <a:pt x="0" y="148607"/>
                    </a:lnTo>
                    <a:cubicBezTo>
                      <a:pt x="0" y="66534"/>
                      <a:pt x="66534" y="0"/>
                      <a:pt x="148607" y="0"/>
                    </a:cubicBezTo>
                    <a:close/>
                  </a:path>
                </a:pathLst>
              </a:custGeom>
              <a:solidFill>
                <a:srgbClr val="153063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66675"/>
                <a:ext cx="812800" cy="554126"/>
              </a:xfrm>
              <a:prstGeom prst="rect">
                <a:avLst/>
              </a:prstGeom>
            </p:spPr>
            <p:txBody>
              <a:bodyPr lIns="78037" tIns="78037" rIns="78037" bIns="78037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9196529" y="477030"/>
              <a:ext cx="4699257" cy="3132838"/>
            </a:xfrm>
            <a:custGeom>
              <a:avLst/>
              <a:gdLst/>
              <a:ahLst/>
              <a:cxnLst/>
              <a:rect l="l" t="t" r="r" b="b"/>
              <a:pathLst>
                <a:path w="4699257" h="3132838">
                  <a:moveTo>
                    <a:pt x="0" y="0"/>
                  </a:moveTo>
                  <a:lnTo>
                    <a:pt x="4699257" y="0"/>
                  </a:lnTo>
                  <a:lnTo>
                    <a:pt x="4699257" y="3132838"/>
                  </a:lnTo>
                  <a:lnTo>
                    <a:pt x="0" y="3132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10126883" y="152215"/>
              <a:ext cx="2838549" cy="12154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024"/>
                </a:lnSpc>
              </a:pPr>
              <a:r>
                <a:rPr lang="en-US" sz="4303">
                  <a:solidFill>
                    <a:srgbClr val="153063"/>
                  </a:solidFill>
                  <a:latin typeface="Lora Bold"/>
                </a:rPr>
                <a:t>welfare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5523413" y="1537589"/>
              <a:ext cx="3079319" cy="772629"/>
            </a:xfrm>
            <a:custGeom>
              <a:avLst/>
              <a:gdLst/>
              <a:ahLst/>
              <a:cxnLst/>
              <a:rect l="l" t="t" r="r" b="b"/>
              <a:pathLst>
                <a:path w="3079319" h="772629">
                  <a:moveTo>
                    <a:pt x="0" y="0"/>
                  </a:moveTo>
                  <a:lnTo>
                    <a:pt x="3079318" y="0"/>
                  </a:lnTo>
                  <a:lnTo>
                    <a:pt x="3079318" y="772629"/>
                  </a:lnTo>
                  <a:lnTo>
                    <a:pt x="0" y="772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14304720" y="237940"/>
              <a:ext cx="2676884" cy="2820471"/>
            </a:xfrm>
            <a:custGeom>
              <a:avLst/>
              <a:gdLst/>
              <a:ahLst/>
              <a:cxnLst/>
              <a:rect l="l" t="t" r="r" b="b"/>
              <a:pathLst>
                <a:path w="2676884" h="2820471">
                  <a:moveTo>
                    <a:pt x="0" y="0"/>
                  </a:moveTo>
                  <a:lnTo>
                    <a:pt x="2676884" y="0"/>
                  </a:lnTo>
                  <a:lnTo>
                    <a:pt x="2676884" y="2820471"/>
                  </a:lnTo>
                  <a:lnTo>
                    <a:pt x="0" y="2820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1198590" y="943835"/>
              <a:ext cx="2998976" cy="1621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72"/>
                </a:lnSpc>
              </a:pPr>
              <a:r>
                <a:rPr lang="en-US" sz="2337">
                  <a:solidFill>
                    <a:srgbClr val="FFFFFF"/>
                  </a:solidFill>
                  <a:latin typeface="Lora Bold Italics"/>
                </a:rPr>
                <a:t>PDRB</a:t>
              </a:r>
            </a:p>
            <a:p>
              <a:pPr algn="ctr">
                <a:lnSpc>
                  <a:spcPts val="3272"/>
                </a:lnSpc>
              </a:pPr>
              <a:r>
                <a:rPr lang="en-US" sz="2337">
                  <a:solidFill>
                    <a:srgbClr val="FFFFFF"/>
                  </a:solidFill>
                  <a:latin typeface="Lora Bold Italics"/>
                </a:rPr>
                <a:t> Konstan </a:t>
              </a:r>
            </a:p>
            <a:p>
              <a:pPr algn="ctr">
                <a:lnSpc>
                  <a:spcPts val="3272"/>
                </a:lnSpc>
              </a:pPr>
              <a:r>
                <a:rPr lang="en-US" sz="2337">
                  <a:solidFill>
                    <a:srgbClr val="FFFFFF"/>
                  </a:solidFill>
                  <a:latin typeface="Lora Bold Italics"/>
                </a:rPr>
                <a:t>Per Kapita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4689192" y="2086221"/>
            <a:ext cx="8064948" cy="4516371"/>
          </a:xfrm>
          <a:custGeom>
            <a:avLst/>
            <a:gdLst/>
            <a:ahLst/>
            <a:cxnLst/>
            <a:rect l="l" t="t" r="r" b="b"/>
            <a:pathLst>
              <a:path w="8064948" h="4516371">
                <a:moveTo>
                  <a:pt x="0" y="0"/>
                </a:moveTo>
                <a:lnTo>
                  <a:pt x="8064948" y="0"/>
                </a:lnTo>
                <a:lnTo>
                  <a:pt x="8064948" y="4516371"/>
                </a:lnTo>
                <a:lnTo>
                  <a:pt x="0" y="451637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760319" y="883090"/>
            <a:ext cx="524946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4999">
                <a:solidFill>
                  <a:srgbClr val="153063"/>
                </a:solidFill>
                <a:latin typeface="Lora Bold"/>
              </a:rPr>
              <a:t>Latar Belakang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7468" y="0"/>
            <a:ext cx="1076168" cy="10287000"/>
            <a:chOff x="0" y="0"/>
            <a:chExt cx="143489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34846" cy="13716000"/>
            </a:xfrm>
            <a:custGeom>
              <a:avLst/>
              <a:gdLst/>
              <a:ahLst/>
              <a:cxnLst/>
              <a:rect l="l" t="t" r="r" b="b"/>
              <a:pathLst>
                <a:path w="1434846" h="13716000">
                  <a:moveTo>
                    <a:pt x="0" y="0"/>
                  </a:moveTo>
                  <a:lnTo>
                    <a:pt x="1434846" y="0"/>
                  </a:lnTo>
                  <a:lnTo>
                    <a:pt x="1434846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88402" r="-588405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028700" y="621030"/>
            <a:ext cx="18382936" cy="12977009"/>
          </a:xfrm>
          <a:custGeom>
            <a:avLst/>
            <a:gdLst/>
            <a:ahLst/>
            <a:cxnLst/>
            <a:rect l="l" t="t" r="r" b="b"/>
            <a:pathLst>
              <a:path w="18382936" h="12977009">
                <a:moveTo>
                  <a:pt x="0" y="0"/>
                </a:moveTo>
                <a:lnTo>
                  <a:pt x="18382936" y="0"/>
                </a:lnTo>
                <a:lnTo>
                  <a:pt x="18382936" y="12977009"/>
                </a:lnTo>
                <a:lnTo>
                  <a:pt x="0" y="129770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466106" y="2615056"/>
            <a:ext cx="13158912" cy="682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sz="3500" dirty="0" err="1">
                <a:solidFill>
                  <a:srgbClr val="153063"/>
                </a:solidFill>
                <a:latin typeface="Poppins Bold"/>
              </a:rPr>
              <a:t>Eksplorasi</a:t>
            </a:r>
            <a:r>
              <a:rPr lang="en-US" sz="3500" dirty="0">
                <a:solidFill>
                  <a:srgbClr val="153063"/>
                </a:solidFill>
                <a:latin typeface="Poppins Bold"/>
              </a:rPr>
              <a:t> Data</a:t>
            </a:r>
          </a:p>
          <a:p>
            <a:pPr algn="just">
              <a:lnSpc>
                <a:spcPts val="4900"/>
              </a:lnSpc>
            </a:pPr>
            <a:endParaRPr lang="en-US" sz="3500" dirty="0">
              <a:solidFill>
                <a:srgbClr val="153063"/>
              </a:solidFill>
              <a:latin typeface="Poppins Bold"/>
            </a:endParaRPr>
          </a:p>
          <a:p>
            <a:pPr algn="just">
              <a:lnSpc>
                <a:spcPts val="4900"/>
              </a:lnSpc>
            </a:pPr>
            <a:r>
              <a:rPr lang="en-US" sz="3500" dirty="0" err="1">
                <a:solidFill>
                  <a:srgbClr val="153063"/>
                </a:solidFill>
                <a:latin typeface="Poppins Bold"/>
              </a:rPr>
              <a:t>Standarisasi</a:t>
            </a:r>
            <a:endParaRPr lang="en-US" sz="3500" dirty="0">
              <a:solidFill>
                <a:srgbClr val="153063"/>
              </a:solidFill>
              <a:latin typeface="Poppins Bold"/>
            </a:endParaRPr>
          </a:p>
          <a:p>
            <a:pPr algn="just">
              <a:lnSpc>
                <a:spcPts val="4900"/>
              </a:lnSpc>
            </a:pPr>
            <a:endParaRPr lang="en-US" sz="3500" dirty="0">
              <a:solidFill>
                <a:srgbClr val="153063"/>
              </a:solidFill>
              <a:latin typeface="Poppins Bold"/>
            </a:endParaRPr>
          </a:p>
          <a:p>
            <a:pPr algn="just">
              <a:lnSpc>
                <a:spcPts val="4900"/>
              </a:lnSpc>
            </a:pPr>
            <a:r>
              <a:rPr lang="en-US" sz="3500" dirty="0" err="1">
                <a:solidFill>
                  <a:srgbClr val="153063"/>
                </a:solidFill>
                <a:latin typeface="Poppins Bold"/>
              </a:rPr>
              <a:t>Identifikasi</a:t>
            </a:r>
            <a:r>
              <a:rPr lang="en-US" sz="3500" dirty="0">
                <a:solidFill>
                  <a:srgbClr val="153063"/>
                </a:solidFill>
                <a:latin typeface="Poppins Bold"/>
              </a:rPr>
              <a:t> </a:t>
            </a:r>
            <a:r>
              <a:rPr lang="en-US" sz="3500" dirty="0" err="1">
                <a:solidFill>
                  <a:srgbClr val="153063"/>
                </a:solidFill>
                <a:latin typeface="Poppins Bold"/>
              </a:rPr>
              <a:t>Spesifikasi</a:t>
            </a:r>
            <a:r>
              <a:rPr lang="en-US" sz="3500" dirty="0">
                <a:solidFill>
                  <a:srgbClr val="153063"/>
                </a:solidFill>
                <a:latin typeface="Poppins Bold"/>
              </a:rPr>
              <a:t> Model Panel</a:t>
            </a:r>
          </a:p>
          <a:p>
            <a:pPr algn="just">
              <a:lnSpc>
                <a:spcPts val="4900"/>
              </a:lnSpc>
            </a:pPr>
            <a:endParaRPr lang="en-US" sz="3500" dirty="0">
              <a:solidFill>
                <a:srgbClr val="153063"/>
              </a:solidFill>
              <a:latin typeface="Poppins Bold"/>
            </a:endParaRPr>
          </a:p>
          <a:p>
            <a:pPr algn="just">
              <a:lnSpc>
                <a:spcPts val="4900"/>
              </a:lnSpc>
            </a:pPr>
            <a:r>
              <a:rPr lang="en-US" sz="3500" dirty="0" err="1">
                <a:solidFill>
                  <a:srgbClr val="153063"/>
                </a:solidFill>
                <a:latin typeface="Poppins Bold"/>
              </a:rPr>
              <a:t>Pembentukan</a:t>
            </a:r>
            <a:r>
              <a:rPr lang="en-US" sz="3500" dirty="0">
                <a:solidFill>
                  <a:srgbClr val="153063"/>
                </a:solidFill>
                <a:latin typeface="Poppins Bold"/>
              </a:rPr>
              <a:t> Model dan Diagnostic Checking</a:t>
            </a:r>
          </a:p>
          <a:p>
            <a:pPr algn="just">
              <a:lnSpc>
                <a:spcPts val="4900"/>
              </a:lnSpc>
            </a:pPr>
            <a:endParaRPr lang="en-US" sz="3500" dirty="0">
              <a:solidFill>
                <a:srgbClr val="153063"/>
              </a:solidFill>
              <a:latin typeface="Poppins Bold"/>
            </a:endParaRPr>
          </a:p>
          <a:p>
            <a:pPr algn="just">
              <a:lnSpc>
                <a:spcPts val="4900"/>
              </a:lnSpc>
            </a:pPr>
            <a:r>
              <a:rPr lang="en-US" sz="3500" dirty="0" err="1">
                <a:solidFill>
                  <a:srgbClr val="153063"/>
                </a:solidFill>
                <a:latin typeface="Poppins Bold"/>
              </a:rPr>
              <a:t>Penentuan</a:t>
            </a:r>
            <a:r>
              <a:rPr lang="en-US" sz="3500" dirty="0">
                <a:solidFill>
                  <a:srgbClr val="153063"/>
                </a:solidFill>
                <a:latin typeface="Poppins Bold"/>
              </a:rPr>
              <a:t> </a:t>
            </a:r>
            <a:r>
              <a:rPr lang="en-US" sz="3500" dirty="0" err="1">
                <a:solidFill>
                  <a:srgbClr val="153063"/>
                </a:solidFill>
                <a:latin typeface="Poppins Bold"/>
              </a:rPr>
              <a:t>Fungsi</a:t>
            </a:r>
            <a:r>
              <a:rPr lang="en-US" sz="3500" dirty="0">
                <a:solidFill>
                  <a:srgbClr val="153063"/>
                </a:solidFill>
                <a:latin typeface="Poppins Bold"/>
              </a:rPr>
              <a:t> </a:t>
            </a:r>
            <a:r>
              <a:rPr lang="en-US" sz="3500" dirty="0" err="1">
                <a:solidFill>
                  <a:srgbClr val="153063"/>
                </a:solidFill>
                <a:latin typeface="Poppins Bold"/>
              </a:rPr>
              <a:t>Pembobot</a:t>
            </a:r>
            <a:r>
              <a:rPr lang="en-US" sz="3500" dirty="0">
                <a:solidFill>
                  <a:srgbClr val="153063"/>
                </a:solidFill>
                <a:latin typeface="Poppins Bold"/>
              </a:rPr>
              <a:t> </a:t>
            </a:r>
            <a:r>
              <a:rPr lang="en-US" sz="3500" dirty="0" err="1">
                <a:solidFill>
                  <a:srgbClr val="153063"/>
                </a:solidFill>
                <a:latin typeface="Poppins Bold"/>
              </a:rPr>
              <a:t>GWPR</a:t>
            </a:r>
            <a:endParaRPr lang="en-US" sz="3500" dirty="0">
              <a:solidFill>
                <a:srgbClr val="153063"/>
              </a:solidFill>
              <a:latin typeface="Poppins Bold"/>
            </a:endParaRPr>
          </a:p>
          <a:p>
            <a:pPr algn="just">
              <a:lnSpc>
                <a:spcPts val="4900"/>
              </a:lnSpc>
            </a:pPr>
            <a:endParaRPr lang="en-US" sz="3500" dirty="0">
              <a:solidFill>
                <a:srgbClr val="153063"/>
              </a:solidFill>
              <a:latin typeface="Poppins Bold"/>
            </a:endParaRPr>
          </a:p>
          <a:p>
            <a:pPr algn="just">
              <a:lnSpc>
                <a:spcPts val="4900"/>
              </a:lnSpc>
            </a:pPr>
            <a:r>
              <a:rPr lang="en-US" sz="3500" dirty="0" err="1">
                <a:solidFill>
                  <a:srgbClr val="153063"/>
                </a:solidFill>
                <a:latin typeface="Poppins Bold"/>
              </a:rPr>
              <a:t>Pembentukan</a:t>
            </a:r>
            <a:r>
              <a:rPr lang="en-US" sz="3500" dirty="0">
                <a:solidFill>
                  <a:srgbClr val="153063"/>
                </a:solidFill>
                <a:latin typeface="Poppins Bold"/>
              </a:rPr>
              <a:t> Model </a:t>
            </a:r>
            <a:r>
              <a:rPr lang="en-US" sz="3500" dirty="0" err="1">
                <a:solidFill>
                  <a:srgbClr val="153063"/>
                </a:solidFill>
                <a:latin typeface="Poppins Bold"/>
              </a:rPr>
              <a:t>GWPR</a:t>
            </a:r>
            <a:endParaRPr lang="en-US" sz="3500" dirty="0">
              <a:solidFill>
                <a:srgbClr val="153063"/>
              </a:solidFill>
              <a:latin typeface="Poppins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763091" y="1856231"/>
            <a:ext cx="15515259" cy="38100"/>
            <a:chOff x="0" y="0"/>
            <a:chExt cx="20687012" cy="50800"/>
          </a:xfrm>
        </p:grpSpPr>
        <p:sp>
          <p:nvSpPr>
            <p:cNvPr id="7" name="Freeform 7"/>
            <p:cNvSpPr/>
            <p:nvPr/>
          </p:nvSpPr>
          <p:spPr>
            <a:xfrm>
              <a:off x="25400" y="0"/>
              <a:ext cx="20624800" cy="50800"/>
            </a:xfrm>
            <a:custGeom>
              <a:avLst/>
              <a:gdLst/>
              <a:ahLst/>
              <a:cxnLst/>
              <a:rect l="l" t="t" r="r" b="b"/>
              <a:pathLst>
                <a:path w="20624800" h="50800">
                  <a:moveTo>
                    <a:pt x="203200" y="0"/>
                  </a:moveTo>
                  <a:lnTo>
                    <a:pt x="304800" y="0"/>
                  </a:lnTo>
                  <a:lnTo>
                    <a:pt x="304800" y="50800"/>
                  </a:lnTo>
                  <a:lnTo>
                    <a:pt x="203200" y="50800"/>
                  </a:lnTo>
                  <a:close/>
                  <a:moveTo>
                    <a:pt x="406400" y="0"/>
                  </a:moveTo>
                  <a:lnTo>
                    <a:pt x="508000" y="0"/>
                  </a:lnTo>
                  <a:lnTo>
                    <a:pt x="508000" y="50800"/>
                  </a:lnTo>
                  <a:lnTo>
                    <a:pt x="406400" y="50800"/>
                  </a:lnTo>
                  <a:close/>
                  <a:moveTo>
                    <a:pt x="609600" y="0"/>
                  </a:moveTo>
                  <a:lnTo>
                    <a:pt x="711200" y="0"/>
                  </a:lnTo>
                  <a:lnTo>
                    <a:pt x="711200" y="50800"/>
                  </a:lnTo>
                  <a:lnTo>
                    <a:pt x="609600" y="50800"/>
                  </a:lnTo>
                  <a:close/>
                  <a:moveTo>
                    <a:pt x="812800" y="0"/>
                  </a:moveTo>
                  <a:lnTo>
                    <a:pt x="914400" y="0"/>
                  </a:lnTo>
                  <a:lnTo>
                    <a:pt x="914400" y="50800"/>
                  </a:lnTo>
                  <a:lnTo>
                    <a:pt x="812800" y="50800"/>
                  </a:lnTo>
                  <a:close/>
                  <a:moveTo>
                    <a:pt x="1016000" y="0"/>
                  </a:moveTo>
                  <a:lnTo>
                    <a:pt x="1117600" y="0"/>
                  </a:lnTo>
                  <a:lnTo>
                    <a:pt x="1117600" y="50800"/>
                  </a:lnTo>
                  <a:lnTo>
                    <a:pt x="1016000" y="50800"/>
                  </a:lnTo>
                  <a:close/>
                  <a:moveTo>
                    <a:pt x="1219200" y="0"/>
                  </a:moveTo>
                  <a:lnTo>
                    <a:pt x="1320800" y="0"/>
                  </a:lnTo>
                  <a:lnTo>
                    <a:pt x="1320800" y="50800"/>
                  </a:lnTo>
                  <a:lnTo>
                    <a:pt x="1219200" y="50800"/>
                  </a:lnTo>
                  <a:close/>
                  <a:moveTo>
                    <a:pt x="1422400" y="50800"/>
                  </a:moveTo>
                  <a:lnTo>
                    <a:pt x="1524000" y="50800"/>
                  </a:lnTo>
                  <a:lnTo>
                    <a:pt x="1422400" y="50800"/>
                  </a:lnTo>
                  <a:close/>
                  <a:moveTo>
                    <a:pt x="1625600" y="50800"/>
                  </a:moveTo>
                  <a:lnTo>
                    <a:pt x="1727200" y="50800"/>
                  </a:lnTo>
                  <a:lnTo>
                    <a:pt x="1625600" y="50800"/>
                  </a:lnTo>
                  <a:close/>
                  <a:moveTo>
                    <a:pt x="1828800" y="50800"/>
                  </a:moveTo>
                  <a:lnTo>
                    <a:pt x="1930400" y="50800"/>
                  </a:lnTo>
                  <a:lnTo>
                    <a:pt x="1828800" y="50800"/>
                  </a:lnTo>
                  <a:close/>
                  <a:moveTo>
                    <a:pt x="2032000" y="50800"/>
                  </a:moveTo>
                  <a:lnTo>
                    <a:pt x="2133600" y="50800"/>
                  </a:lnTo>
                  <a:lnTo>
                    <a:pt x="2032000" y="50800"/>
                  </a:lnTo>
                  <a:close/>
                  <a:moveTo>
                    <a:pt x="2235200" y="50800"/>
                  </a:moveTo>
                  <a:lnTo>
                    <a:pt x="2336800" y="50800"/>
                  </a:lnTo>
                  <a:lnTo>
                    <a:pt x="2235200" y="50800"/>
                  </a:lnTo>
                  <a:close/>
                  <a:moveTo>
                    <a:pt x="2438400" y="50800"/>
                  </a:moveTo>
                  <a:lnTo>
                    <a:pt x="2540000" y="50800"/>
                  </a:lnTo>
                  <a:lnTo>
                    <a:pt x="2438400" y="50800"/>
                  </a:lnTo>
                  <a:close/>
                  <a:moveTo>
                    <a:pt x="2641600" y="50800"/>
                  </a:moveTo>
                  <a:lnTo>
                    <a:pt x="2743200" y="50800"/>
                  </a:lnTo>
                  <a:lnTo>
                    <a:pt x="2641600" y="50800"/>
                  </a:lnTo>
                  <a:close/>
                  <a:moveTo>
                    <a:pt x="2844800" y="50800"/>
                  </a:moveTo>
                  <a:lnTo>
                    <a:pt x="2946400" y="50800"/>
                  </a:lnTo>
                  <a:lnTo>
                    <a:pt x="2844800" y="50800"/>
                  </a:lnTo>
                  <a:close/>
                  <a:moveTo>
                    <a:pt x="3048000" y="50800"/>
                  </a:moveTo>
                  <a:lnTo>
                    <a:pt x="3149600" y="50800"/>
                  </a:lnTo>
                  <a:lnTo>
                    <a:pt x="3048000" y="50800"/>
                  </a:lnTo>
                  <a:close/>
                  <a:moveTo>
                    <a:pt x="3251200" y="50800"/>
                  </a:moveTo>
                  <a:lnTo>
                    <a:pt x="3352800" y="50800"/>
                  </a:lnTo>
                  <a:lnTo>
                    <a:pt x="3251200" y="50800"/>
                  </a:lnTo>
                  <a:close/>
                  <a:moveTo>
                    <a:pt x="3454400" y="50800"/>
                  </a:moveTo>
                  <a:lnTo>
                    <a:pt x="3556000" y="50800"/>
                  </a:lnTo>
                  <a:lnTo>
                    <a:pt x="3454400" y="50800"/>
                  </a:lnTo>
                  <a:close/>
                  <a:moveTo>
                    <a:pt x="3657600" y="50800"/>
                  </a:moveTo>
                  <a:lnTo>
                    <a:pt x="3759200" y="50800"/>
                  </a:lnTo>
                  <a:lnTo>
                    <a:pt x="3657600" y="50800"/>
                  </a:lnTo>
                  <a:close/>
                  <a:moveTo>
                    <a:pt x="3860800" y="50800"/>
                  </a:moveTo>
                  <a:lnTo>
                    <a:pt x="3962400" y="50800"/>
                  </a:lnTo>
                  <a:lnTo>
                    <a:pt x="3860800" y="50800"/>
                  </a:lnTo>
                  <a:close/>
                  <a:moveTo>
                    <a:pt x="4064000" y="50800"/>
                  </a:moveTo>
                  <a:lnTo>
                    <a:pt x="4165600" y="50800"/>
                  </a:lnTo>
                  <a:lnTo>
                    <a:pt x="4064000" y="50800"/>
                  </a:lnTo>
                  <a:close/>
                  <a:moveTo>
                    <a:pt x="4267200" y="50800"/>
                  </a:moveTo>
                  <a:lnTo>
                    <a:pt x="4368800" y="50800"/>
                  </a:lnTo>
                  <a:lnTo>
                    <a:pt x="4267200" y="50800"/>
                  </a:lnTo>
                  <a:close/>
                  <a:moveTo>
                    <a:pt x="4470400" y="50800"/>
                  </a:moveTo>
                  <a:lnTo>
                    <a:pt x="4572000" y="50800"/>
                  </a:lnTo>
                  <a:lnTo>
                    <a:pt x="4470400" y="50800"/>
                  </a:lnTo>
                  <a:close/>
                  <a:moveTo>
                    <a:pt x="4673600" y="50800"/>
                  </a:moveTo>
                  <a:lnTo>
                    <a:pt x="4775200" y="50800"/>
                  </a:lnTo>
                  <a:lnTo>
                    <a:pt x="4673600" y="50800"/>
                  </a:lnTo>
                  <a:close/>
                  <a:moveTo>
                    <a:pt x="4876800" y="50800"/>
                  </a:moveTo>
                  <a:lnTo>
                    <a:pt x="4978400" y="50800"/>
                  </a:lnTo>
                  <a:lnTo>
                    <a:pt x="4876800" y="50800"/>
                  </a:lnTo>
                  <a:close/>
                  <a:moveTo>
                    <a:pt x="5080000" y="50800"/>
                  </a:moveTo>
                  <a:lnTo>
                    <a:pt x="5181600" y="50800"/>
                  </a:lnTo>
                  <a:lnTo>
                    <a:pt x="5080000" y="50800"/>
                  </a:lnTo>
                  <a:close/>
                  <a:moveTo>
                    <a:pt x="5283200" y="50800"/>
                  </a:moveTo>
                  <a:lnTo>
                    <a:pt x="5384800" y="50800"/>
                  </a:lnTo>
                  <a:lnTo>
                    <a:pt x="5283200" y="50800"/>
                  </a:lnTo>
                  <a:close/>
                  <a:moveTo>
                    <a:pt x="5486400" y="50800"/>
                  </a:moveTo>
                  <a:lnTo>
                    <a:pt x="5588000" y="50800"/>
                  </a:lnTo>
                  <a:lnTo>
                    <a:pt x="5486400" y="50800"/>
                  </a:lnTo>
                  <a:close/>
                  <a:moveTo>
                    <a:pt x="5689600" y="50800"/>
                  </a:moveTo>
                  <a:lnTo>
                    <a:pt x="5791200" y="50800"/>
                  </a:lnTo>
                  <a:lnTo>
                    <a:pt x="5689600" y="50800"/>
                  </a:lnTo>
                  <a:close/>
                  <a:moveTo>
                    <a:pt x="5892800" y="50800"/>
                  </a:moveTo>
                  <a:lnTo>
                    <a:pt x="5994400" y="50800"/>
                  </a:lnTo>
                  <a:lnTo>
                    <a:pt x="5892800" y="50800"/>
                  </a:lnTo>
                  <a:close/>
                  <a:moveTo>
                    <a:pt x="6096000" y="50800"/>
                  </a:moveTo>
                  <a:lnTo>
                    <a:pt x="6197600" y="50800"/>
                  </a:lnTo>
                  <a:lnTo>
                    <a:pt x="6096000" y="50800"/>
                  </a:lnTo>
                  <a:close/>
                  <a:moveTo>
                    <a:pt x="6299200" y="50800"/>
                  </a:moveTo>
                  <a:lnTo>
                    <a:pt x="6400800" y="50800"/>
                  </a:lnTo>
                  <a:lnTo>
                    <a:pt x="6299200" y="50800"/>
                  </a:lnTo>
                  <a:close/>
                  <a:moveTo>
                    <a:pt x="6502400" y="50800"/>
                  </a:moveTo>
                  <a:lnTo>
                    <a:pt x="6604000" y="50800"/>
                  </a:lnTo>
                  <a:lnTo>
                    <a:pt x="6502400" y="50800"/>
                  </a:lnTo>
                  <a:close/>
                  <a:moveTo>
                    <a:pt x="6705600" y="50800"/>
                  </a:moveTo>
                  <a:lnTo>
                    <a:pt x="6807200" y="50800"/>
                  </a:lnTo>
                  <a:lnTo>
                    <a:pt x="6705600" y="50800"/>
                  </a:lnTo>
                  <a:close/>
                  <a:moveTo>
                    <a:pt x="6908800" y="50800"/>
                  </a:moveTo>
                  <a:lnTo>
                    <a:pt x="7010400" y="50800"/>
                  </a:lnTo>
                  <a:lnTo>
                    <a:pt x="6908800" y="50800"/>
                  </a:lnTo>
                  <a:close/>
                  <a:moveTo>
                    <a:pt x="7112000" y="50800"/>
                  </a:moveTo>
                  <a:lnTo>
                    <a:pt x="7213600" y="50800"/>
                  </a:lnTo>
                  <a:lnTo>
                    <a:pt x="7112000" y="50800"/>
                  </a:lnTo>
                  <a:close/>
                  <a:moveTo>
                    <a:pt x="7315200" y="50800"/>
                  </a:moveTo>
                  <a:lnTo>
                    <a:pt x="7416800" y="50800"/>
                  </a:lnTo>
                  <a:lnTo>
                    <a:pt x="7315200" y="50800"/>
                  </a:lnTo>
                  <a:close/>
                  <a:moveTo>
                    <a:pt x="7518400" y="50800"/>
                  </a:moveTo>
                  <a:lnTo>
                    <a:pt x="7620000" y="50800"/>
                  </a:lnTo>
                  <a:lnTo>
                    <a:pt x="7518400" y="50800"/>
                  </a:lnTo>
                  <a:close/>
                  <a:moveTo>
                    <a:pt x="7721600" y="50800"/>
                  </a:moveTo>
                  <a:lnTo>
                    <a:pt x="7823200" y="50800"/>
                  </a:lnTo>
                  <a:lnTo>
                    <a:pt x="7721600" y="50800"/>
                  </a:lnTo>
                  <a:close/>
                  <a:moveTo>
                    <a:pt x="7924800" y="50800"/>
                  </a:moveTo>
                  <a:lnTo>
                    <a:pt x="8026400" y="50800"/>
                  </a:lnTo>
                  <a:lnTo>
                    <a:pt x="7924800" y="50800"/>
                  </a:lnTo>
                  <a:close/>
                  <a:moveTo>
                    <a:pt x="8128000" y="50800"/>
                  </a:moveTo>
                  <a:lnTo>
                    <a:pt x="8229600" y="50800"/>
                  </a:lnTo>
                  <a:lnTo>
                    <a:pt x="8128000" y="50800"/>
                  </a:lnTo>
                  <a:close/>
                  <a:moveTo>
                    <a:pt x="8331200" y="50800"/>
                  </a:moveTo>
                  <a:lnTo>
                    <a:pt x="8432800" y="50800"/>
                  </a:lnTo>
                  <a:lnTo>
                    <a:pt x="8331200" y="50800"/>
                  </a:lnTo>
                  <a:close/>
                  <a:moveTo>
                    <a:pt x="8534400" y="50800"/>
                  </a:moveTo>
                  <a:lnTo>
                    <a:pt x="8636000" y="50800"/>
                  </a:lnTo>
                  <a:lnTo>
                    <a:pt x="8534400" y="50800"/>
                  </a:lnTo>
                  <a:close/>
                  <a:moveTo>
                    <a:pt x="8737600" y="50800"/>
                  </a:moveTo>
                  <a:lnTo>
                    <a:pt x="8839200" y="50800"/>
                  </a:lnTo>
                  <a:lnTo>
                    <a:pt x="8737600" y="50800"/>
                  </a:lnTo>
                  <a:close/>
                  <a:moveTo>
                    <a:pt x="8940800" y="50800"/>
                  </a:moveTo>
                  <a:lnTo>
                    <a:pt x="9042400" y="50800"/>
                  </a:lnTo>
                  <a:lnTo>
                    <a:pt x="8940800" y="50800"/>
                  </a:lnTo>
                  <a:close/>
                  <a:moveTo>
                    <a:pt x="9144000" y="50800"/>
                  </a:moveTo>
                  <a:lnTo>
                    <a:pt x="9245600" y="50800"/>
                  </a:lnTo>
                  <a:lnTo>
                    <a:pt x="9144000" y="50800"/>
                  </a:lnTo>
                  <a:close/>
                  <a:moveTo>
                    <a:pt x="9347200" y="50800"/>
                  </a:moveTo>
                  <a:lnTo>
                    <a:pt x="9448800" y="50800"/>
                  </a:lnTo>
                  <a:lnTo>
                    <a:pt x="9347200" y="50800"/>
                  </a:lnTo>
                  <a:close/>
                  <a:moveTo>
                    <a:pt x="9550400" y="50800"/>
                  </a:moveTo>
                  <a:lnTo>
                    <a:pt x="9652000" y="50800"/>
                  </a:lnTo>
                  <a:lnTo>
                    <a:pt x="9550400" y="50800"/>
                  </a:lnTo>
                  <a:close/>
                  <a:moveTo>
                    <a:pt x="9753600" y="50800"/>
                  </a:moveTo>
                  <a:lnTo>
                    <a:pt x="9855200" y="50800"/>
                  </a:lnTo>
                  <a:lnTo>
                    <a:pt x="9753600" y="50800"/>
                  </a:lnTo>
                  <a:close/>
                  <a:moveTo>
                    <a:pt x="9956800" y="50800"/>
                  </a:moveTo>
                  <a:lnTo>
                    <a:pt x="10058400" y="50800"/>
                  </a:lnTo>
                  <a:lnTo>
                    <a:pt x="9956800" y="50800"/>
                  </a:lnTo>
                  <a:close/>
                  <a:moveTo>
                    <a:pt x="10160000" y="50800"/>
                  </a:moveTo>
                  <a:lnTo>
                    <a:pt x="10261600" y="50800"/>
                  </a:lnTo>
                  <a:lnTo>
                    <a:pt x="10160000" y="50800"/>
                  </a:lnTo>
                  <a:close/>
                  <a:moveTo>
                    <a:pt x="10363200" y="50800"/>
                  </a:moveTo>
                  <a:lnTo>
                    <a:pt x="10464800" y="50800"/>
                  </a:lnTo>
                  <a:lnTo>
                    <a:pt x="10363200" y="50800"/>
                  </a:lnTo>
                  <a:close/>
                  <a:moveTo>
                    <a:pt x="10566400" y="50800"/>
                  </a:moveTo>
                  <a:lnTo>
                    <a:pt x="10668000" y="50800"/>
                  </a:lnTo>
                  <a:lnTo>
                    <a:pt x="10566400" y="50800"/>
                  </a:lnTo>
                  <a:close/>
                  <a:moveTo>
                    <a:pt x="10769600" y="50800"/>
                  </a:moveTo>
                  <a:lnTo>
                    <a:pt x="10871200" y="50800"/>
                  </a:lnTo>
                  <a:lnTo>
                    <a:pt x="10769600" y="50800"/>
                  </a:lnTo>
                  <a:close/>
                  <a:moveTo>
                    <a:pt x="10972800" y="50800"/>
                  </a:moveTo>
                  <a:lnTo>
                    <a:pt x="11074400" y="50800"/>
                  </a:lnTo>
                  <a:lnTo>
                    <a:pt x="10972800" y="50800"/>
                  </a:lnTo>
                  <a:close/>
                  <a:moveTo>
                    <a:pt x="11176000" y="50800"/>
                  </a:moveTo>
                  <a:lnTo>
                    <a:pt x="11277600" y="50800"/>
                  </a:lnTo>
                  <a:lnTo>
                    <a:pt x="11176000" y="50800"/>
                  </a:lnTo>
                  <a:close/>
                  <a:moveTo>
                    <a:pt x="11379200" y="50800"/>
                  </a:moveTo>
                  <a:lnTo>
                    <a:pt x="11480800" y="50800"/>
                  </a:lnTo>
                  <a:lnTo>
                    <a:pt x="11379200" y="50800"/>
                  </a:lnTo>
                  <a:close/>
                  <a:moveTo>
                    <a:pt x="11582400" y="50800"/>
                  </a:moveTo>
                  <a:lnTo>
                    <a:pt x="11684000" y="50800"/>
                  </a:lnTo>
                  <a:lnTo>
                    <a:pt x="11582400" y="50800"/>
                  </a:lnTo>
                  <a:close/>
                  <a:moveTo>
                    <a:pt x="11785600" y="50800"/>
                  </a:moveTo>
                  <a:lnTo>
                    <a:pt x="11887200" y="50800"/>
                  </a:lnTo>
                  <a:lnTo>
                    <a:pt x="11785600" y="50800"/>
                  </a:lnTo>
                  <a:close/>
                  <a:moveTo>
                    <a:pt x="11988800" y="50800"/>
                  </a:moveTo>
                  <a:lnTo>
                    <a:pt x="12090400" y="50800"/>
                  </a:lnTo>
                  <a:lnTo>
                    <a:pt x="11988800" y="50800"/>
                  </a:lnTo>
                  <a:close/>
                  <a:moveTo>
                    <a:pt x="12192000" y="50800"/>
                  </a:moveTo>
                  <a:lnTo>
                    <a:pt x="12293600" y="50800"/>
                  </a:lnTo>
                  <a:lnTo>
                    <a:pt x="12192000" y="50800"/>
                  </a:lnTo>
                  <a:close/>
                  <a:moveTo>
                    <a:pt x="12395200" y="50800"/>
                  </a:moveTo>
                  <a:lnTo>
                    <a:pt x="12496800" y="50800"/>
                  </a:lnTo>
                  <a:lnTo>
                    <a:pt x="12395200" y="50800"/>
                  </a:lnTo>
                  <a:close/>
                  <a:moveTo>
                    <a:pt x="12598400" y="50800"/>
                  </a:moveTo>
                  <a:lnTo>
                    <a:pt x="12700000" y="50800"/>
                  </a:lnTo>
                  <a:lnTo>
                    <a:pt x="12598400" y="50800"/>
                  </a:lnTo>
                  <a:close/>
                  <a:moveTo>
                    <a:pt x="12801600" y="50800"/>
                  </a:moveTo>
                  <a:lnTo>
                    <a:pt x="12903200" y="50800"/>
                  </a:lnTo>
                  <a:lnTo>
                    <a:pt x="12801600" y="50800"/>
                  </a:lnTo>
                  <a:close/>
                  <a:moveTo>
                    <a:pt x="13004800" y="50800"/>
                  </a:moveTo>
                  <a:lnTo>
                    <a:pt x="13106400" y="50800"/>
                  </a:lnTo>
                  <a:lnTo>
                    <a:pt x="13004800" y="50800"/>
                  </a:lnTo>
                  <a:close/>
                  <a:moveTo>
                    <a:pt x="13208000" y="50800"/>
                  </a:moveTo>
                  <a:lnTo>
                    <a:pt x="13309600" y="50800"/>
                  </a:lnTo>
                  <a:lnTo>
                    <a:pt x="13208000" y="50800"/>
                  </a:lnTo>
                  <a:close/>
                  <a:moveTo>
                    <a:pt x="13411200" y="50800"/>
                  </a:moveTo>
                  <a:lnTo>
                    <a:pt x="13512800" y="50800"/>
                  </a:lnTo>
                  <a:lnTo>
                    <a:pt x="13411200" y="50800"/>
                  </a:lnTo>
                  <a:close/>
                  <a:moveTo>
                    <a:pt x="13614400" y="50800"/>
                  </a:moveTo>
                  <a:lnTo>
                    <a:pt x="13716000" y="50800"/>
                  </a:lnTo>
                  <a:lnTo>
                    <a:pt x="13614400" y="50800"/>
                  </a:lnTo>
                  <a:close/>
                  <a:moveTo>
                    <a:pt x="13817600" y="50800"/>
                  </a:moveTo>
                  <a:lnTo>
                    <a:pt x="13919200" y="50800"/>
                  </a:lnTo>
                  <a:lnTo>
                    <a:pt x="13817600" y="50800"/>
                  </a:lnTo>
                  <a:close/>
                  <a:moveTo>
                    <a:pt x="14020800" y="50800"/>
                  </a:moveTo>
                  <a:lnTo>
                    <a:pt x="14122400" y="50800"/>
                  </a:lnTo>
                  <a:lnTo>
                    <a:pt x="14020800" y="50800"/>
                  </a:lnTo>
                  <a:close/>
                  <a:moveTo>
                    <a:pt x="14224000" y="50800"/>
                  </a:moveTo>
                  <a:lnTo>
                    <a:pt x="14325600" y="50800"/>
                  </a:lnTo>
                  <a:lnTo>
                    <a:pt x="14224000" y="50800"/>
                  </a:lnTo>
                  <a:close/>
                  <a:moveTo>
                    <a:pt x="14427200" y="50800"/>
                  </a:moveTo>
                  <a:lnTo>
                    <a:pt x="14528800" y="50800"/>
                  </a:lnTo>
                  <a:lnTo>
                    <a:pt x="14427200" y="50800"/>
                  </a:lnTo>
                  <a:close/>
                  <a:moveTo>
                    <a:pt x="14630400" y="50800"/>
                  </a:moveTo>
                  <a:lnTo>
                    <a:pt x="14732000" y="50800"/>
                  </a:lnTo>
                  <a:lnTo>
                    <a:pt x="14630400" y="50800"/>
                  </a:lnTo>
                  <a:close/>
                  <a:moveTo>
                    <a:pt x="14833600" y="50800"/>
                  </a:moveTo>
                  <a:lnTo>
                    <a:pt x="14935200" y="50800"/>
                  </a:lnTo>
                  <a:lnTo>
                    <a:pt x="14833600" y="50800"/>
                  </a:lnTo>
                  <a:close/>
                  <a:moveTo>
                    <a:pt x="15036800" y="50800"/>
                  </a:moveTo>
                  <a:lnTo>
                    <a:pt x="15138400" y="50800"/>
                  </a:lnTo>
                  <a:lnTo>
                    <a:pt x="15036800" y="50800"/>
                  </a:lnTo>
                  <a:close/>
                  <a:moveTo>
                    <a:pt x="15240000" y="50800"/>
                  </a:moveTo>
                  <a:lnTo>
                    <a:pt x="15341600" y="50800"/>
                  </a:lnTo>
                  <a:lnTo>
                    <a:pt x="15240000" y="50800"/>
                  </a:lnTo>
                  <a:close/>
                  <a:moveTo>
                    <a:pt x="15443200" y="50800"/>
                  </a:moveTo>
                  <a:lnTo>
                    <a:pt x="15544800" y="50800"/>
                  </a:lnTo>
                  <a:lnTo>
                    <a:pt x="15443200" y="50800"/>
                  </a:lnTo>
                  <a:close/>
                  <a:moveTo>
                    <a:pt x="15646400" y="50800"/>
                  </a:moveTo>
                  <a:lnTo>
                    <a:pt x="15748000" y="50800"/>
                  </a:lnTo>
                  <a:lnTo>
                    <a:pt x="15646400" y="50800"/>
                  </a:lnTo>
                  <a:close/>
                  <a:moveTo>
                    <a:pt x="15849600" y="50800"/>
                  </a:moveTo>
                  <a:lnTo>
                    <a:pt x="15951200" y="50800"/>
                  </a:lnTo>
                  <a:lnTo>
                    <a:pt x="15849600" y="50800"/>
                  </a:lnTo>
                  <a:close/>
                  <a:moveTo>
                    <a:pt x="16052800" y="50800"/>
                  </a:moveTo>
                  <a:lnTo>
                    <a:pt x="16154400" y="50800"/>
                  </a:lnTo>
                  <a:lnTo>
                    <a:pt x="16052800" y="50800"/>
                  </a:lnTo>
                  <a:close/>
                  <a:moveTo>
                    <a:pt x="16256000" y="50800"/>
                  </a:moveTo>
                  <a:lnTo>
                    <a:pt x="16357600" y="50800"/>
                  </a:lnTo>
                  <a:lnTo>
                    <a:pt x="16256000" y="50800"/>
                  </a:lnTo>
                  <a:close/>
                  <a:moveTo>
                    <a:pt x="16459200" y="50800"/>
                  </a:moveTo>
                  <a:lnTo>
                    <a:pt x="16560800" y="50800"/>
                  </a:lnTo>
                  <a:lnTo>
                    <a:pt x="16459200" y="50800"/>
                  </a:lnTo>
                  <a:close/>
                  <a:moveTo>
                    <a:pt x="16662400" y="50800"/>
                  </a:moveTo>
                  <a:lnTo>
                    <a:pt x="16764000" y="50800"/>
                  </a:lnTo>
                  <a:lnTo>
                    <a:pt x="16662400" y="50800"/>
                  </a:lnTo>
                  <a:close/>
                  <a:moveTo>
                    <a:pt x="16865600" y="50800"/>
                  </a:moveTo>
                  <a:lnTo>
                    <a:pt x="16967200" y="50800"/>
                  </a:lnTo>
                  <a:lnTo>
                    <a:pt x="16865600" y="50800"/>
                  </a:lnTo>
                  <a:close/>
                  <a:moveTo>
                    <a:pt x="17068800" y="50800"/>
                  </a:moveTo>
                  <a:lnTo>
                    <a:pt x="17170400" y="50800"/>
                  </a:lnTo>
                  <a:lnTo>
                    <a:pt x="17068800" y="50800"/>
                  </a:lnTo>
                  <a:close/>
                  <a:moveTo>
                    <a:pt x="17272000" y="50800"/>
                  </a:moveTo>
                  <a:lnTo>
                    <a:pt x="17373600" y="50800"/>
                  </a:lnTo>
                  <a:lnTo>
                    <a:pt x="17272000" y="50800"/>
                  </a:lnTo>
                  <a:close/>
                  <a:moveTo>
                    <a:pt x="17475200" y="50800"/>
                  </a:moveTo>
                  <a:lnTo>
                    <a:pt x="17576800" y="50800"/>
                  </a:lnTo>
                  <a:lnTo>
                    <a:pt x="17475200" y="50800"/>
                  </a:lnTo>
                  <a:close/>
                  <a:moveTo>
                    <a:pt x="17678400" y="50800"/>
                  </a:moveTo>
                  <a:lnTo>
                    <a:pt x="17780000" y="50800"/>
                  </a:lnTo>
                  <a:lnTo>
                    <a:pt x="17678400" y="50800"/>
                  </a:lnTo>
                  <a:close/>
                  <a:moveTo>
                    <a:pt x="17881600" y="50800"/>
                  </a:moveTo>
                  <a:lnTo>
                    <a:pt x="17983200" y="50800"/>
                  </a:lnTo>
                  <a:lnTo>
                    <a:pt x="17881600" y="50800"/>
                  </a:lnTo>
                  <a:close/>
                  <a:moveTo>
                    <a:pt x="18084800" y="50800"/>
                  </a:moveTo>
                  <a:lnTo>
                    <a:pt x="18186400" y="50800"/>
                  </a:lnTo>
                  <a:lnTo>
                    <a:pt x="18084800" y="50800"/>
                  </a:lnTo>
                  <a:close/>
                  <a:moveTo>
                    <a:pt x="18288000" y="50800"/>
                  </a:moveTo>
                  <a:lnTo>
                    <a:pt x="18389600" y="50800"/>
                  </a:lnTo>
                  <a:lnTo>
                    <a:pt x="18288000" y="50800"/>
                  </a:lnTo>
                  <a:close/>
                  <a:moveTo>
                    <a:pt x="18491200" y="50800"/>
                  </a:moveTo>
                  <a:lnTo>
                    <a:pt x="18592800" y="50800"/>
                  </a:lnTo>
                  <a:lnTo>
                    <a:pt x="18491200" y="50800"/>
                  </a:lnTo>
                  <a:close/>
                  <a:moveTo>
                    <a:pt x="18694400" y="50800"/>
                  </a:moveTo>
                  <a:lnTo>
                    <a:pt x="18796000" y="50800"/>
                  </a:lnTo>
                  <a:lnTo>
                    <a:pt x="18694400" y="50800"/>
                  </a:lnTo>
                  <a:close/>
                  <a:moveTo>
                    <a:pt x="18897600" y="50800"/>
                  </a:moveTo>
                  <a:lnTo>
                    <a:pt x="18999200" y="50800"/>
                  </a:lnTo>
                  <a:lnTo>
                    <a:pt x="18897600" y="50800"/>
                  </a:lnTo>
                  <a:close/>
                  <a:moveTo>
                    <a:pt x="19100800" y="50800"/>
                  </a:moveTo>
                  <a:lnTo>
                    <a:pt x="19202400" y="50800"/>
                  </a:lnTo>
                  <a:lnTo>
                    <a:pt x="19100800" y="50800"/>
                  </a:lnTo>
                  <a:close/>
                  <a:moveTo>
                    <a:pt x="19304000" y="50800"/>
                  </a:moveTo>
                  <a:lnTo>
                    <a:pt x="19405600" y="50800"/>
                  </a:lnTo>
                  <a:lnTo>
                    <a:pt x="19304000" y="50800"/>
                  </a:lnTo>
                  <a:close/>
                  <a:moveTo>
                    <a:pt x="19507200" y="50800"/>
                  </a:moveTo>
                  <a:lnTo>
                    <a:pt x="19608800" y="50800"/>
                  </a:lnTo>
                  <a:lnTo>
                    <a:pt x="19507200" y="50800"/>
                  </a:lnTo>
                  <a:close/>
                  <a:moveTo>
                    <a:pt x="19710400" y="50800"/>
                  </a:moveTo>
                  <a:lnTo>
                    <a:pt x="19812000" y="50800"/>
                  </a:lnTo>
                  <a:lnTo>
                    <a:pt x="19710400" y="50800"/>
                  </a:lnTo>
                  <a:close/>
                  <a:moveTo>
                    <a:pt x="19913600" y="50800"/>
                  </a:moveTo>
                  <a:lnTo>
                    <a:pt x="20015200" y="50800"/>
                  </a:lnTo>
                  <a:lnTo>
                    <a:pt x="19913600" y="50800"/>
                  </a:lnTo>
                  <a:close/>
                  <a:moveTo>
                    <a:pt x="20116800" y="50800"/>
                  </a:moveTo>
                  <a:lnTo>
                    <a:pt x="20218400" y="50800"/>
                  </a:lnTo>
                  <a:lnTo>
                    <a:pt x="20116800" y="50800"/>
                  </a:lnTo>
                  <a:close/>
                  <a:moveTo>
                    <a:pt x="20320000" y="50800"/>
                  </a:moveTo>
                  <a:lnTo>
                    <a:pt x="20421600" y="50800"/>
                  </a:lnTo>
                  <a:lnTo>
                    <a:pt x="20320000" y="50800"/>
                  </a:lnTo>
                  <a:close/>
                  <a:moveTo>
                    <a:pt x="20523200" y="50800"/>
                  </a:moveTo>
                  <a:lnTo>
                    <a:pt x="20624800" y="50800"/>
                  </a:lnTo>
                  <a:lnTo>
                    <a:pt x="20523200" y="508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53063"/>
            </a:solidFill>
          </p:spPr>
        </p:sp>
      </p:grpSp>
      <p:sp>
        <p:nvSpPr>
          <p:cNvPr id="8" name="Freeform 8"/>
          <p:cNvSpPr/>
          <p:nvPr/>
        </p:nvSpPr>
        <p:spPr>
          <a:xfrm rot="5400000">
            <a:off x="-4132884" y="7786279"/>
            <a:ext cx="11791950" cy="589597"/>
          </a:xfrm>
          <a:custGeom>
            <a:avLst/>
            <a:gdLst/>
            <a:ahLst/>
            <a:cxnLst/>
            <a:rect l="l" t="t" r="r" b="b"/>
            <a:pathLst>
              <a:path w="11791950" h="589597">
                <a:moveTo>
                  <a:pt x="0" y="0"/>
                </a:moveTo>
                <a:lnTo>
                  <a:pt x="11791950" y="0"/>
                </a:lnTo>
                <a:lnTo>
                  <a:pt x="11791950" y="589598"/>
                </a:lnTo>
                <a:lnTo>
                  <a:pt x="0" y="5895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782141" y="478155"/>
            <a:ext cx="7020534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4999">
                <a:solidFill>
                  <a:srgbClr val="153063"/>
                </a:solidFill>
                <a:latin typeface="Lora Bold"/>
              </a:rPr>
              <a:t>Alur Analisis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7468" y="0"/>
            <a:ext cx="1076168" cy="10287000"/>
            <a:chOff x="0" y="0"/>
            <a:chExt cx="143489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34846" cy="13716000"/>
            </a:xfrm>
            <a:custGeom>
              <a:avLst/>
              <a:gdLst/>
              <a:ahLst/>
              <a:cxnLst/>
              <a:rect l="l" t="t" r="r" b="b"/>
              <a:pathLst>
                <a:path w="1434846" h="13716000">
                  <a:moveTo>
                    <a:pt x="0" y="0"/>
                  </a:moveTo>
                  <a:lnTo>
                    <a:pt x="1434846" y="0"/>
                  </a:lnTo>
                  <a:lnTo>
                    <a:pt x="1434846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88402" r="-588405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028700" y="621030"/>
            <a:ext cx="18382936" cy="12977009"/>
          </a:xfrm>
          <a:custGeom>
            <a:avLst/>
            <a:gdLst/>
            <a:ahLst/>
            <a:cxnLst/>
            <a:rect l="l" t="t" r="r" b="b"/>
            <a:pathLst>
              <a:path w="18382936" h="12977009">
                <a:moveTo>
                  <a:pt x="0" y="0"/>
                </a:moveTo>
                <a:lnTo>
                  <a:pt x="18382936" y="0"/>
                </a:lnTo>
                <a:lnTo>
                  <a:pt x="18382936" y="12977009"/>
                </a:lnTo>
                <a:lnTo>
                  <a:pt x="0" y="129770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782141" y="1677153"/>
            <a:ext cx="15515259" cy="38100"/>
            <a:chOff x="0" y="0"/>
            <a:chExt cx="20687012" cy="50800"/>
          </a:xfrm>
        </p:grpSpPr>
        <p:sp>
          <p:nvSpPr>
            <p:cNvPr id="6" name="Freeform 6"/>
            <p:cNvSpPr/>
            <p:nvPr/>
          </p:nvSpPr>
          <p:spPr>
            <a:xfrm>
              <a:off x="25400" y="0"/>
              <a:ext cx="20624800" cy="50800"/>
            </a:xfrm>
            <a:custGeom>
              <a:avLst/>
              <a:gdLst/>
              <a:ahLst/>
              <a:cxnLst/>
              <a:rect l="l" t="t" r="r" b="b"/>
              <a:pathLst>
                <a:path w="20624800" h="50800">
                  <a:moveTo>
                    <a:pt x="203200" y="0"/>
                  </a:moveTo>
                  <a:lnTo>
                    <a:pt x="304800" y="0"/>
                  </a:lnTo>
                  <a:lnTo>
                    <a:pt x="304800" y="50800"/>
                  </a:lnTo>
                  <a:lnTo>
                    <a:pt x="203200" y="50800"/>
                  </a:lnTo>
                  <a:close/>
                  <a:moveTo>
                    <a:pt x="406400" y="0"/>
                  </a:moveTo>
                  <a:lnTo>
                    <a:pt x="508000" y="0"/>
                  </a:lnTo>
                  <a:lnTo>
                    <a:pt x="508000" y="50800"/>
                  </a:lnTo>
                  <a:lnTo>
                    <a:pt x="406400" y="50800"/>
                  </a:lnTo>
                  <a:close/>
                  <a:moveTo>
                    <a:pt x="609600" y="0"/>
                  </a:moveTo>
                  <a:lnTo>
                    <a:pt x="711200" y="0"/>
                  </a:lnTo>
                  <a:lnTo>
                    <a:pt x="711200" y="50800"/>
                  </a:lnTo>
                  <a:lnTo>
                    <a:pt x="609600" y="50800"/>
                  </a:lnTo>
                  <a:close/>
                  <a:moveTo>
                    <a:pt x="812800" y="0"/>
                  </a:moveTo>
                  <a:lnTo>
                    <a:pt x="914400" y="0"/>
                  </a:lnTo>
                  <a:lnTo>
                    <a:pt x="914400" y="50800"/>
                  </a:lnTo>
                  <a:lnTo>
                    <a:pt x="812800" y="50800"/>
                  </a:lnTo>
                  <a:close/>
                  <a:moveTo>
                    <a:pt x="1016000" y="0"/>
                  </a:moveTo>
                  <a:lnTo>
                    <a:pt x="1117600" y="0"/>
                  </a:lnTo>
                  <a:lnTo>
                    <a:pt x="1117600" y="50800"/>
                  </a:lnTo>
                  <a:lnTo>
                    <a:pt x="1016000" y="50800"/>
                  </a:lnTo>
                  <a:close/>
                  <a:moveTo>
                    <a:pt x="1219200" y="0"/>
                  </a:moveTo>
                  <a:lnTo>
                    <a:pt x="1320800" y="0"/>
                  </a:lnTo>
                  <a:lnTo>
                    <a:pt x="1320800" y="50800"/>
                  </a:lnTo>
                  <a:lnTo>
                    <a:pt x="1219200" y="50800"/>
                  </a:lnTo>
                  <a:close/>
                  <a:moveTo>
                    <a:pt x="1422400" y="50800"/>
                  </a:moveTo>
                  <a:lnTo>
                    <a:pt x="1524000" y="50800"/>
                  </a:lnTo>
                  <a:lnTo>
                    <a:pt x="1422400" y="50800"/>
                  </a:lnTo>
                  <a:close/>
                  <a:moveTo>
                    <a:pt x="1625600" y="50800"/>
                  </a:moveTo>
                  <a:lnTo>
                    <a:pt x="1727200" y="50800"/>
                  </a:lnTo>
                  <a:lnTo>
                    <a:pt x="1625600" y="50800"/>
                  </a:lnTo>
                  <a:close/>
                  <a:moveTo>
                    <a:pt x="1828800" y="50800"/>
                  </a:moveTo>
                  <a:lnTo>
                    <a:pt x="1930400" y="50800"/>
                  </a:lnTo>
                  <a:lnTo>
                    <a:pt x="1828800" y="50800"/>
                  </a:lnTo>
                  <a:close/>
                  <a:moveTo>
                    <a:pt x="2032000" y="50800"/>
                  </a:moveTo>
                  <a:lnTo>
                    <a:pt x="2133600" y="50800"/>
                  </a:lnTo>
                  <a:lnTo>
                    <a:pt x="2032000" y="50800"/>
                  </a:lnTo>
                  <a:close/>
                  <a:moveTo>
                    <a:pt x="2235200" y="50800"/>
                  </a:moveTo>
                  <a:lnTo>
                    <a:pt x="2336800" y="50800"/>
                  </a:lnTo>
                  <a:lnTo>
                    <a:pt x="2235200" y="50800"/>
                  </a:lnTo>
                  <a:close/>
                  <a:moveTo>
                    <a:pt x="2438400" y="50800"/>
                  </a:moveTo>
                  <a:lnTo>
                    <a:pt x="2540000" y="50800"/>
                  </a:lnTo>
                  <a:lnTo>
                    <a:pt x="2438400" y="50800"/>
                  </a:lnTo>
                  <a:close/>
                  <a:moveTo>
                    <a:pt x="2641600" y="50800"/>
                  </a:moveTo>
                  <a:lnTo>
                    <a:pt x="2743200" y="50800"/>
                  </a:lnTo>
                  <a:lnTo>
                    <a:pt x="2641600" y="50800"/>
                  </a:lnTo>
                  <a:close/>
                  <a:moveTo>
                    <a:pt x="2844800" y="50800"/>
                  </a:moveTo>
                  <a:lnTo>
                    <a:pt x="2946400" y="50800"/>
                  </a:lnTo>
                  <a:lnTo>
                    <a:pt x="2844800" y="50800"/>
                  </a:lnTo>
                  <a:close/>
                  <a:moveTo>
                    <a:pt x="3048000" y="50800"/>
                  </a:moveTo>
                  <a:lnTo>
                    <a:pt x="3149600" y="50800"/>
                  </a:lnTo>
                  <a:lnTo>
                    <a:pt x="3048000" y="50800"/>
                  </a:lnTo>
                  <a:close/>
                  <a:moveTo>
                    <a:pt x="3251200" y="50800"/>
                  </a:moveTo>
                  <a:lnTo>
                    <a:pt x="3352800" y="50800"/>
                  </a:lnTo>
                  <a:lnTo>
                    <a:pt x="3251200" y="50800"/>
                  </a:lnTo>
                  <a:close/>
                  <a:moveTo>
                    <a:pt x="3454400" y="50800"/>
                  </a:moveTo>
                  <a:lnTo>
                    <a:pt x="3556000" y="50800"/>
                  </a:lnTo>
                  <a:lnTo>
                    <a:pt x="3454400" y="50800"/>
                  </a:lnTo>
                  <a:close/>
                  <a:moveTo>
                    <a:pt x="3657600" y="50800"/>
                  </a:moveTo>
                  <a:lnTo>
                    <a:pt x="3759200" y="50800"/>
                  </a:lnTo>
                  <a:lnTo>
                    <a:pt x="3657600" y="50800"/>
                  </a:lnTo>
                  <a:close/>
                  <a:moveTo>
                    <a:pt x="3860800" y="50800"/>
                  </a:moveTo>
                  <a:lnTo>
                    <a:pt x="3962400" y="50800"/>
                  </a:lnTo>
                  <a:lnTo>
                    <a:pt x="3860800" y="50800"/>
                  </a:lnTo>
                  <a:close/>
                  <a:moveTo>
                    <a:pt x="4064000" y="50800"/>
                  </a:moveTo>
                  <a:lnTo>
                    <a:pt x="4165600" y="50800"/>
                  </a:lnTo>
                  <a:lnTo>
                    <a:pt x="4064000" y="50800"/>
                  </a:lnTo>
                  <a:close/>
                  <a:moveTo>
                    <a:pt x="4267200" y="50800"/>
                  </a:moveTo>
                  <a:lnTo>
                    <a:pt x="4368800" y="50800"/>
                  </a:lnTo>
                  <a:lnTo>
                    <a:pt x="4267200" y="50800"/>
                  </a:lnTo>
                  <a:close/>
                  <a:moveTo>
                    <a:pt x="4470400" y="50800"/>
                  </a:moveTo>
                  <a:lnTo>
                    <a:pt x="4572000" y="50800"/>
                  </a:lnTo>
                  <a:lnTo>
                    <a:pt x="4470400" y="50800"/>
                  </a:lnTo>
                  <a:close/>
                  <a:moveTo>
                    <a:pt x="4673600" y="50800"/>
                  </a:moveTo>
                  <a:lnTo>
                    <a:pt x="4775200" y="50800"/>
                  </a:lnTo>
                  <a:lnTo>
                    <a:pt x="4673600" y="50800"/>
                  </a:lnTo>
                  <a:close/>
                  <a:moveTo>
                    <a:pt x="4876800" y="50800"/>
                  </a:moveTo>
                  <a:lnTo>
                    <a:pt x="4978400" y="50800"/>
                  </a:lnTo>
                  <a:lnTo>
                    <a:pt x="4876800" y="50800"/>
                  </a:lnTo>
                  <a:close/>
                  <a:moveTo>
                    <a:pt x="5080000" y="50800"/>
                  </a:moveTo>
                  <a:lnTo>
                    <a:pt x="5181600" y="50800"/>
                  </a:lnTo>
                  <a:lnTo>
                    <a:pt x="5080000" y="50800"/>
                  </a:lnTo>
                  <a:close/>
                  <a:moveTo>
                    <a:pt x="5283200" y="50800"/>
                  </a:moveTo>
                  <a:lnTo>
                    <a:pt x="5384800" y="50800"/>
                  </a:lnTo>
                  <a:lnTo>
                    <a:pt x="5283200" y="50800"/>
                  </a:lnTo>
                  <a:close/>
                  <a:moveTo>
                    <a:pt x="5486400" y="50800"/>
                  </a:moveTo>
                  <a:lnTo>
                    <a:pt x="5588000" y="50800"/>
                  </a:lnTo>
                  <a:lnTo>
                    <a:pt x="5486400" y="50800"/>
                  </a:lnTo>
                  <a:close/>
                  <a:moveTo>
                    <a:pt x="5689600" y="50800"/>
                  </a:moveTo>
                  <a:lnTo>
                    <a:pt x="5791200" y="50800"/>
                  </a:lnTo>
                  <a:lnTo>
                    <a:pt x="5689600" y="50800"/>
                  </a:lnTo>
                  <a:close/>
                  <a:moveTo>
                    <a:pt x="5892800" y="50800"/>
                  </a:moveTo>
                  <a:lnTo>
                    <a:pt x="5994400" y="50800"/>
                  </a:lnTo>
                  <a:lnTo>
                    <a:pt x="5892800" y="50800"/>
                  </a:lnTo>
                  <a:close/>
                  <a:moveTo>
                    <a:pt x="6096000" y="50800"/>
                  </a:moveTo>
                  <a:lnTo>
                    <a:pt x="6197600" y="50800"/>
                  </a:lnTo>
                  <a:lnTo>
                    <a:pt x="6096000" y="50800"/>
                  </a:lnTo>
                  <a:close/>
                  <a:moveTo>
                    <a:pt x="6299200" y="50800"/>
                  </a:moveTo>
                  <a:lnTo>
                    <a:pt x="6400800" y="50800"/>
                  </a:lnTo>
                  <a:lnTo>
                    <a:pt x="6299200" y="50800"/>
                  </a:lnTo>
                  <a:close/>
                  <a:moveTo>
                    <a:pt x="6502400" y="50800"/>
                  </a:moveTo>
                  <a:lnTo>
                    <a:pt x="6604000" y="50800"/>
                  </a:lnTo>
                  <a:lnTo>
                    <a:pt x="6502400" y="50800"/>
                  </a:lnTo>
                  <a:close/>
                  <a:moveTo>
                    <a:pt x="6705600" y="50800"/>
                  </a:moveTo>
                  <a:lnTo>
                    <a:pt x="6807200" y="50800"/>
                  </a:lnTo>
                  <a:lnTo>
                    <a:pt x="6705600" y="50800"/>
                  </a:lnTo>
                  <a:close/>
                  <a:moveTo>
                    <a:pt x="6908800" y="50800"/>
                  </a:moveTo>
                  <a:lnTo>
                    <a:pt x="7010400" y="50800"/>
                  </a:lnTo>
                  <a:lnTo>
                    <a:pt x="6908800" y="50800"/>
                  </a:lnTo>
                  <a:close/>
                  <a:moveTo>
                    <a:pt x="7112000" y="50800"/>
                  </a:moveTo>
                  <a:lnTo>
                    <a:pt x="7213600" y="50800"/>
                  </a:lnTo>
                  <a:lnTo>
                    <a:pt x="7112000" y="50800"/>
                  </a:lnTo>
                  <a:close/>
                  <a:moveTo>
                    <a:pt x="7315200" y="50800"/>
                  </a:moveTo>
                  <a:lnTo>
                    <a:pt x="7416800" y="50800"/>
                  </a:lnTo>
                  <a:lnTo>
                    <a:pt x="7315200" y="50800"/>
                  </a:lnTo>
                  <a:close/>
                  <a:moveTo>
                    <a:pt x="7518400" y="50800"/>
                  </a:moveTo>
                  <a:lnTo>
                    <a:pt x="7620000" y="50800"/>
                  </a:lnTo>
                  <a:lnTo>
                    <a:pt x="7518400" y="50800"/>
                  </a:lnTo>
                  <a:close/>
                  <a:moveTo>
                    <a:pt x="7721600" y="50800"/>
                  </a:moveTo>
                  <a:lnTo>
                    <a:pt x="7823200" y="50800"/>
                  </a:lnTo>
                  <a:lnTo>
                    <a:pt x="7721600" y="50800"/>
                  </a:lnTo>
                  <a:close/>
                  <a:moveTo>
                    <a:pt x="7924800" y="50800"/>
                  </a:moveTo>
                  <a:lnTo>
                    <a:pt x="8026400" y="50800"/>
                  </a:lnTo>
                  <a:lnTo>
                    <a:pt x="7924800" y="50800"/>
                  </a:lnTo>
                  <a:close/>
                  <a:moveTo>
                    <a:pt x="8128000" y="50800"/>
                  </a:moveTo>
                  <a:lnTo>
                    <a:pt x="8229600" y="50800"/>
                  </a:lnTo>
                  <a:lnTo>
                    <a:pt x="8128000" y="50800"/>
                  </a:lnTo>
                  <a:close/>
                  <a:moveTo>
                    <a:pt x="8331200" y="50800"/>
                  </a:moveTo>
                  <a:lnTo>
                    <a:pt x="8432800" y="50800"/>
                  </a:lnTo>
                  <a:lnTo>
                    <a:pt x="8331200" y="50800"/>
                  </a:lnTo>
                  <a:close/>
                  <a:moveTo>
                    <a:pt x="8534400" y="50800"/>
                  </a:moveTo>
                  <a:lnTo>
                    <a:pt x="8636000" y="50800"/>
                  </a:lnTo>
                  <a:lnTo>
                    <a:pt x="8534400" y="50800"/>
                  </a:lnTo>
                  <a:close/>
                  <a:moveTo>
                    <a:pt x="8737600" y="50800"/>
                  </a:moveTo>
                  <a:lnTo>
                    <a:pt x="8839200" y="50800"/>
                  </a:lnTo>
                  <a:lnTo>
                    <a:pt x="8737600" y="50800"/>
                  </a:lnTo>
                  <a:close/>
                  <a:moveTo>
                    <a:pt x="8940800" y="50800"/>
                  </a:moveTo>
                  <a:lnTo>
                    <a:pt x="9042400" y="50800"/>
                  </a:lnTo>
                  <a:lnTo>
                    <a:pt x="8940800" y="50800"/>
                  </a:lnTo>
                  <a:close/>
                  <a:moveTo>
                    <a:pt x="9144000" y="50800"/>
                  </a:moveTo>
                  <a:lnTo>
                    <a:pt x="9245600" y="50800"/>
                  </a:lnTo>
                  <a:lnTo>
                    <a:pt x="9144000" y="50800"/>
                  </a:lnTo>
                  <a:close/>
                  <a:moveTo>
                    <a:pt x="9347200" y="50800"/>
                  </a:moveTo>
                  <a:lnTo>
                    <a:pt x="9448800" y="50800"/>
                  </a:lnTo>
                  <a:lnTo>
                    <a:pt x="9347200" y="50800"/>
                  </a:lnTo>
                  <a:close/>
                  <a:moveTo>
                    <a:pt x="9550400" y="50800"/>
                  </a:moveTo>
                  <a:lnTo>
                    <a:pt x="9652000" y="50800"/>
                  </a:lnTo>
                  <a:lnTo>
                    <a:pt x="9550400" y="50800"/>
                  </a:lnTo>
                  <a:close/>
                  <a:moveTo>
                    <a:pt x="9753600" y="50800"/>
                  </a:moveTo>
                  <a:lnTo>
                    <a:pt x="9855200" y="50800"/>
                  </a:lnTo>
                  <a:lnTo>
                    <a:pt x="9753600" y="50800"/>
                  </a:lnTo>
                  <a:close/>
                  <a:moveTo>
                    <a:pt x="9956800" y="50800"/>
                  </a:moveTo>
                  <a:lnTo>
                    <a:pt x="10058400" y="50800"/>
                  </a:lnTo>
                  <a:lnTo>
                    <a:pt x="9956800" y="50800"/>
                  </a:lnTo>
                  <a:close/>
                  <a:moveTo>
                    <a:pt x="10160000" y="50800"/>
                  </a:moveTo>
                  <a:lnTo>
                    <a:pt x="10261600" y="50800"/>
                  </a:lnTo>
                  <a:lnTo>
                    <a:pt x="10160000" y="50800"/>
                  </a:lnTo>
                  <a:close/>
                  <a:moveTo>
                    <a:pt x="10363200" y="50800"/>
                  </a:moveTo>
                  <a:lnTo>
                    <a:pt x="10464800" y="50800"/>
                  </a:lnTo>
                  <a:lnTo>
                    <a:pt x="10363200" y="50800"/>
                  </a:lnTo>
                  <a:close/>
                  <a:moveTo>
                    <a:pt x="10566400" y="50800"/>
                  </a:moveTo>
                  <a:lnTo>
                    <a:pt x="10668000" y="50800"/>
                  </a:lnTo>
                  <a:lnTo>
                    <a:pt x="10566400" y="50800"/>
                  </a:lnTo>
                  <a:close/>
                  <a:moveTo>
                    <a:pt x="10769600" y="50800"/>
                  </a:moveTo>
                  <a:lnTo>
                    <a:pt x="10871200" y="50800"/>
                  </a:lnTo>
                  <a:lnTo>
                    <a:pt x="10769600" y="50800"/>
                  </a:lnTo>
                  <a:close/>
                  <a:moveTo>
                    <a:pt x="10972800" y="50800"/>
                  </a:moveTo>
                  <a:lnTo>
                    <a:pt x="11074400" y="50800"/>
                  </a:lnTo>
                  <a:lnTo>
                    <a:pt x="10972800" y="50800"/>
                  </a:lnTo>
                  <a:close/>
                  <a:moveTo>
                    <a:pt x="11176000" y="50800"/>
                  </a:moveTo>
                  <a:lnTo>
                    <a:pt x="11277600" y="50800"/>
                  </a:lnTo>
                  <a:lnTo>
                    <a:pt x="11176000" y="50800"/>
                  </a:lnTo>
                  <a:close/>
                  <a:moveTo>
                    <a:pt x="11379200" y="50800"/>
                  </a:moveTo>
                  <a:lnTo>
                    <a:pt x="11480800" y="50800"/>
                  </a:lnTo>
                  <a:lnTo>
                    <a:pt x="11379200" y="50800"/>
                  </a:lnTo>
                  <a:close/>
                  <a:moveTo>
                    <a:pt x="11582400" y="50800"/>
                  </a:moveTo>
                  <a:lnTo>
                    <a:pt x="11684000" y="50800"/>
                  </a:lnTo>
                  <a:lnTo>
                    <a:pt x="11582400" y="50800"/>
                  </a:lnTo>
                  <a:close/>
                  <a:moveTo>
                    <a:pt x="11785600" y="50800"/>
                  </a:moveTo>
                  <a:lnTo>
                    <a:pt x="11887200" y="50800"/>
                  </a:lnTo>
                  <a:lnTo>
                    <a:pt x="11785600" y="50800"/>
                  </a:lnTo>
                  <a:close/>
                  <a:moveTo>
                    <a:pt x="11988800" y="50800"/>
                  </a:moveTo>
                  <a:lnTo>
                    <a:pt x="12090400" y="50800"/>
                  </a:lnTo>
                  <a:lnTo>
                    <a:pt x="11988800" y="50800"/>
                  </a:lnTo>
                  <a:close/>
                  <a:moveTo>
                    <a:pt x="12192000" y="50800"/>
                  </a:moveTo>
                  <a:lnTo>
                    <a:pt x="12293600" y="50800"/>
                  </a:lnTo>
                  <a:lnTo>
                    <a:pt x="12192000" y="50800"/>
                  </a:lnTo>
                  <a:close/>
                  <a:moveTo>
                    <a:pt x="12395200" y="50800"/>
                  </a:moveTo>
                  <a:lnTo>
                    <a:pt x="12496800" y="50800"/>
                  </a:lnTo>
                  <a:lnTo>
                    <a:pt x="12395200" y="50800"/>
                  </a:lnTo>
                  <a:close/>
                  <a:moveTo>
                    <a:pt x="12598400" y="50800"/>
                  </a:moveTo>
                  <a:lnTo>
                    <a:pt x="12700000" y="50800"/>
                  </a:lnTo>
                  <a:lnTo>
                    <a:pt x="12598400" y="50800"/>
                  </a:lnTo>
                  <a:close/>
                  <a:moveTo>
                    <a:pt x="12801600" y="50800"/>
                  </a:moveTo>
                  <a:lnTo>
                    <a:pt x="12903200" y="50800"/>
                  </a:lnTo>
                  <a:lnTo>
                    <a:pt x="12801600" y="50800"/>
                  </a:lnTo>
                  <a:close/>
                  <a:moveTo>
                    <a:pt x="13004800" y="50800"/>
                  </a:moveTo>
                  <a:lnTo>
                    <a:pt x="13106400" y="50800"/>
                  </a:lnTo>
                  <a:lnTo>
                    <a:pt x="13004800" y="50800"/>
                  </a:lnTo>
                  <a:close/>
                  <a:moveTo>
                    <a:pt x="13208000" y="50800"/>
                  </a:moveTo>
                  <a:lnTo>
                    <a:pt x="13309600" y="50800"/>
                  </a:lnTo>
                  <a:lnTo>
                    <a:pt x="13208000" y="50800"/>
                  </a:lnTo>
                  <a:close/>
                  <a:moveTo>
                    <a:pt x="13411200" y="50800"/>
                  </a:moveTo>
                  <a:lnTo>
                    <a:pt x="13512800" y="50800"/>
                  </a:lnTo>
                  <a:lnTo>
                    <a:pt x="13411200" y="50800"/>
                  </a:lnTo>
                  <a:close/>
                  <a:moveTo>
                    <a:pt x="13614400" y="50800"/>
                  </a:moveTo>
                  <a:lnTo>
                    <a:pt x="13716000" y="50800"/>
                  </a:lnTo>
                  <a:lnTo>
                    <a:pt x="13614400" y="50800"/>
                  </a:lnTo>
                  <a:close/>
                  <a:moveTo>
                    <a:pt x="13817600" y="50800"/>
                  </a:moveTo>
                  <a:lnTo>
                    <a:pt x="13919200" y="50800"/>
                  </a:lnTo>
                  <a:lnTo>
                    <a:pt x="13817600" y="50800"/>
                  </a:lnTo>
                  <a:close/>
                  <a:moveTo>
                    <a:pt x="14020800" y="50800"/>
                  </a:moveTo>
                  <a:lnTo>
                    <a:pt x="14122400" y="50800"/>
                  </a:lnTo>
                  <a:lnTo>
                    <a:pt x="14020800" y="50800"/>
                  </a:lnTo>
                  <a:close/>
                  <a:moveTo>
                    <a:pt x="14224000" y="50800"/>
                  </a:moveTo>
                  <a:lnTo>
                    <a:pt x="14325600" y="50800"/>
                  </a:lnTo>
                  <a:lnTo>
                    <a:pt x="14224000" y="50800"/>
                  </a:lnTo>
                  <a:close/>
                  <a:moveTo>
                    <a:pt x="14427200" y="50800"/>
                  </a:moveTo>
                  <a:lnTo>
                    <a:pt x="14528800" y="50800"/>
                  </a:lnTo>
                  <a:lnTo>
                    <a:pt x="14427200" y="50800"/>
                  </a:lnTo>
                  <a:close/>
                  <a:moveTo>
                    <a:pt x="14630400" y="50800"/>
                  </a:moveTo>
                  <a:lnTo>
                    <a:pt x="14732000" y="50800"/>
                  </a:lnTo>
                  <a:lnTo>
                    <a:pt x="14630400" y="50800"/>
                  </a:lnTo>
                  <a:close/>
                  <a:moveTo>
                    <a:pt x="14833600" y="50800"/>
                  </a:moveTo>
                  <a:lnTo>
                    <a:pt x="14935200" y="50800"/>
                  </a:lnTo>
                  <a:lnTo>
                    <a:pt x="14833600" y="50800"/>
                  </a:lnTo>
                  <a:close/>
                  <a:moveTo>
                    <a:pt x="15036800" y="50800"/>
                  </a:moveTo>
                  <a:lnTo>
                    <a:pt x="15138400" y="50800"/>
                  </a:lnTo>
                  <a:lnTo>
                    <a:pt x="15036800" y="50800"/>
                  </a:lnTo>
                  <a:close/>
                  <a:moveTo>
                    <a:pt x="15240000" y="50800"/>
                  </a:moveTo>
                  <a:lnTo>
                    <a:pt x="15341600" y="50800"/>
                  </a:lnTo>
                  <a:lnTo>
                    <a:pt x="15240000" y="50800"/>
                  </a:lnTo>
                  <a:close/>
                  <a:moveTo>
                    <a:pt x="15443200" y="50800"/>
                  </a:moveTo>
                  <a:lnTo>
                    <a:pt x="15544800" y="50800"/>
                  </a:lnTo>
                  <a:lnTo>
                    <a:pt x="15443200" y="50800"/>
                  </a:lnTo>
                  <a:close/>
                  <a:moveTo>
                    <a:pt x="15646400" y="50800"/>
                  </a:moveTo>
                  <a:lnTo>
                    <a:pt x="15748000" y="50800"/>
                  </a:lnTo>
                  <a:lnTo>
                    <a:pt x="15646400" y="50800"/>
                  </a:lnTo>
                  <a:close/>
                  <a:moveTo>
                    <a:pt x="15849600" y="50800"/>
                  </a:moveTo>
                  <a:lnTo>
                    <a:pt x="15951200" y="50800"/>
                  </a:lnTo>
                  <a:lnTo>
                    <a:pt x="15849600" y="50800"/>
                  </a:lnTo>
                  <a:close/>
                  <a:moveTo>
                    <a:pt x="16052800" y="50800"/>
                  </a:moveTo>
                  <a:lnTo>
                    <a:pt x="16154400" y="50800"/>
                  </a:lnTo>
                  <a:lnTo>
                    <a:pt x="16052800" y="50800"/>
                  </a:lnTo>
                  <a:close/>
                  <a:moveTo>
                    <a:pt x="16256000" y="50800"/>
                  </a:moveTo>
                  <a:lnTo>
                    <a:pt x="16357600" y="50800"/>
                  </a:lnTo>
                  <a:lnTo>
                    <a:pt x="16256000" y="50800"/>
                  </a:lnTo>
                  <a:close/>
                  <a:moveTo>
                    <a:pt x="16459200" y="50800"/>
                  </a:moveTo>
                  <a:lnTo>
                    <a:pt x="16560800" y="50800"/>
                  </a:lnTo>
                  <a:lnTo>
                    <a:pt x="16459200" y="50800"/>
                  </a:lnTo>
                  <a:close/>
                  <a:moveTo>
                    <a:pt x="16662400" y="50800"/>
                  </a:moveTo>
                  <a:lnTo>
                    <a:pt x="16764000" y="50800"/>
                  </a:lnTo>
                  <a:lnTo>
                    <a:pt x="16662400" y="50800"/>
                  </a:lnTo>
                  <a:close/>
                  <a:moveTo>
                    <a:pt x="16865600" y="50800"/>
                  </a:moveTo>
                  <a:lnTo>
                    <a:pt x="16967200" y="50800"/>
                  </a:lnTo>
                  <a:lnTo>
                    <a:pt x="16865600" y="50800"/>
                  </a:lnTo>
                  <a:close/>
                  <a:moveTo>
                    <a:pt x="17068800" y="50800"/>
                  </a:moveTo>
                  <a:lnTo>
                    <a:pt x="17170400" y="50800"/>
                  </a:lnTo>
                  <a:lnTo>
                    <a:pt x="17068800" y="50800"/>
                  </a:lnTo>
                  <a:close/>
                  <a:moveTo>
                    <a:pt x="17272000" y="50800"/>
                  </a:moveTo>
                  <a:lnTo>
                    <a:pt x="17373600" y="50800"/>
                  </a:lnTo>
                  <a:lnTo>
                    <a:pt x="17272000" y="50800"/>
                  </a:lnTo>
                  <a:close/>
                  <a:moveTo>
                    <a:pt x="17475200" y="50800"/>
                  </a:moveTo>
                  <a:lnTo>
                    <a:pt x="17576800" y="50800"/>
                  </a:lnTo>
                  <a:lnTo>
                    <a:pt x="17475200" y="50800"/>
                  </a:lnTo>
                  <a:close/>
                  <a:moveTo>
                    <a:pt x="17678400" y="50800"/>
                  </a:moveTo>
                  <a:lnTo>
                    <a:pt x="17780000" y="50800"/>
                  </a:lnTo>
                  <a:lnTo>
                    <a:pt x="17678400" y="50800"/>
                  </a:lnTo>
                  <a:close/>
                  <a:moveTo>
                    <a:pt x="17881600" y="50800"/>
                  </a:moveTo>
                  <a:lnTo>
                    <a:pt x="17983200" y="50800"/>
                  </a:lnTo>
                  <a:lnTo>
                    <a:pt x="17881600" y="50800"/>
                  </a:lnTo>
                  <a:close/>
                  <a:moveTo>
                    <a:pt x="18084800" y="50800"/>
                  </a:moveTo>
                  <a:lnTo>
                    <a:pt x="18186400" y="50800"/>
                  </a:lnTo>
                  <a:lnTo>
                    <a:pt x="18084800" y="50800"/>
                  </a:lnTo>
                  <a:close/>
                  <a:moveTo>
                    <a:pt x="18288000" y="50800"/>
                  </a:moveTo>
                  <a:lnTo>
                    <a:pt x="18389600" y="50800"/>
                  </a:lnTo>
                  <a:lnTo>
                    <a:pt x="18288000" y="50800"/>
                  </a:lnTo>
                  <a:close/>
                  <a:moveTo>
                    <a:pt x="18491200" y="50800"/>
                  </a:moveTo>
                  <a:lnTo>
                    <a:pt x="18592800" y="50800"/>
                  </a:lnTo>
                  <a:lnTo>
                    <a:pt x="18491200" y="50800"/>
                  </a:lnTo>
                  <a:close/>
                  <a:moveTo>
                    <a:pt x="18694400" y="50800"/>
                  </a:moveTo>
                  <a:lnTo>
                    <a:pt x="18796000" y="50800"/>
                  </a:lnTo>
                  <a:lnTo>
                    <a:pt x="18694400" y="50800"/>
                  </a:lnTo>
                  <a:close/>
                  <a:moveTo>
                    <a:pt x="18897600" y="50800"/>
                  </a:moveTo>
                  <a:lnTo>
                    <a:pt x="18999200" y="50800"/>
                  </a:lnTo>
                  <a:lnTo>
                    <a:pt x="18897600" y="50800"/>
                  </a:lnTo>
                  <a:close/>
                  <a:moveTo>
                    <a:pt x="19100800" y="50800"/>
                  </a:moveTo>
                  <a:lnTo>
                    <a:pt x="19202400" y="50800"/>
                  </a:lnTo>
                  <a:lnTo>
                    <a:pt x="19100800" y="50800"/>
                  </a:lnTo>
                  <a:close/>
                  <a:moveTo>
                    <a:pt x="19304000" y="50800"/>
                  </a:moveTo>
                  <a:lnTo>
                    <a:pt x="19405600" y="50800"/>
                  </a:lnTo>
                  <a:lnTo>
                    <a:pt x="19304000" y="50800"/>
                  </a:lnTo>
                  <a:close/>
                  <a:moveTo>
                    <a:pt x="19507200" y="50800"/>
                  </a:moveTo>
                  <a:lnTo>
                    <a:pt x="19608800" y="50800"/>
                  </a:lnTo>
                  <a:lnTo>
                    <a:pt x="19507200" y="50800"/>
                  </a:lnTo>
                  <a:close/>
                  <a:moveTo>
                    <a:pt x="19710400" y="50800"/>
                  </a:moveTo>
                  <a:lnTo>
                    <a:pt x="19812000" y="50800"/>
                  </a:lnTo>
                  <a:lnTo>
                    <a:pt x="19710400" y="50800"/>
                  </a:lnTo>
                  <a:close/>
                  <a:moveTo>
                    <a:pt x="19913600" y="50800"/>
                  </a:moveTo>
                  <a:lnTo>
                    <a:pt x="20015200" y="50800"/>
                  </a:lnTo>
                  <a:lnTo>
                    <a:pt x="19913600" y="50800"/>
                  </a:lnTo>
                  <a:close/>
                  <a:moveTo>
                    <a:pt x="20116800" y="50800"/>
                  </a:moveTo>
                  <a:lnTo>
                    <a:pt x="20218400" y="50800"/>
                  </a:lnTo>
                  <a:lnTo>
                    <a:pt x="20116800" y="50800"/>
                  </a:lnTo>
                  <a:close/>
                  <a:moveTo>
                    <a:pt x="20320000" y="50800"/>
                  </a:moveTo>
                  <a:lnTo>
                    <a:pt x="20421600" y="50800"/>
                  </a:lnTo>
                  <a:lnTo>
                    <a:pt x="20320000" y="50800"/>
                  </a:lnTo>
                  <a:close/>
                  <a:moveTo>
                    <a:pt x="20523200" y="50800"/>
                  </a:moveTo>
                  <a:lnTo>
                    <a:pt x="20624800" y="50800"/>
                  </a:lnTo>
                  <a:lnTo>
                    <a:pt x="20523200" y="508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53063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4671020" y="2956678"/>
            <a:ext cx="10324328" cy="6668335"/>
            <a:chOff x="0" y="0"/>
            <a:chExt cx="13765771" cy="8891114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3765771" cy="8891114"/>
              <a:chOff x="0" y="0"/>
              <a:chExt cx="2594875" cy="1675993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594876" cy="1675993"/>
              </a:xfrm>
              <a:custGeom>
                <a:avLst/>
                <a:gdLst/>
                <a:ahLst/>
                <a:cxnLst/>
                <a:rect l="l" t="t" r="r" b="b"/>
                <a:pathLst>
                  <a:path w="2594876" h="1675993">
                    <a:moveTo>
                      <a:pt x="40075" y="0"/>
                    </a:moveTo>
                    <a:lnTo>
                      <a:pt x="2554800" y="0"/>
                    </a:lnTo>
                    <a:cubicBezTo>
                      <a:pt x="2565429" y="0"/>
                      <a:pt x="2575622" y="4222"/>
                      <a:pt x="2583138" y="11738"/>
                    </a:cubicBezTo>
                    <a:cubicBezTo>
                      <a:pt x="2590653" y="19253"/>
                      <a:pt x="2594876" y="29447"/>
                      <a:pt x="2594876" y="40075"/>
                    </a:cubicBezTo>
                    <a:lnTo>
                      <a:pt x="2594876" y="1635918"/>
                    </a:lnTo>
                    <a:cubicBezTo>
                      <a:pt x="2594876" y="1646546"/>
                      <a:pt x="2590653" y="1656740"/>
                      <a:pt x="2583138" y="1664255"/>
                    </a:cubicBezTo>
                    <a:cubicBezTo>
                      <a:pt x="2575622" y="1671771"/>
                      <a:pt x="2565429" y="1675993"/>
                      <a:pt x="2554800" y="1675993"/>
                    </a:cubicBezTo>
                    <a:lnTo>
                      <a:pt x="40075" y="1675993"/>
                    </a:lnTo>
                    <a:cubicBezTo>
                      <a:pt x="29447" y="1675993"/>
                      <a:pt x="19253" y="1671771"/>
                      <a:pt x="11738" y="1664255"/>
                    </a:cubicBezTo>
                    <a:cubicBezTo>
                      <a:pt x="4222" y="1656740"/>
                      <a:pt x="0" y="1646546"/>
                      <a:pt x="0" y="1635918"/>
                    </a:cubicBezTo>
                    <a:lnTo>
                      <a:pt x="0" y="40075"/>
                    </a:lnTo>
                    <a:cubicBezTo>
                      <a:pt x="0" y="29447"/>
                      <a:pt x="4222" y="19253"/>
                      <a:pt x="11738" y="11738"/>
                    </a:cubicBezTo>
                    <a:cubicBezTo>
                      <a:pt x="19253" y="4222"/>
                      <a:pt x="29447" y="0"/>
                      <a:pt x="40075" y="0"/>
                    </a:cubicBezTo>
                    <a:close/>
                  </a:path>
                </a:pathLst>
              </a:custGeom>
              <a:solidFill>
                <a:srgbClr val="B2CCCB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66675"/>
                <a:ext cx="2594875" cy="17426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11" name="Freeform 11"/>
            <p:cNvSpPr/>
            <p:nvPr/>
          </p:nvSpPr>
          <p:spPr>
            <a:xfrm>
              <a:off x="829101" y="559271"/>
              <a:ext cx="12054335" cy="7719337"/>
            </a:xfrm>
            <a:custGeom>
              <a:avLst/>
              <a:gdLst/>
              <a:ahLst/>
              <a:cxnLst/>
              <a:rect l="l" t="t" r="r" b="b"/>
              <a:pathLst>
                <a:path w="12054335" h="7719337">
                  <a:moveTo>
                    <a:pt x="0" y="0"/>
                  </a:moveTo>
                  <a:lnTo>
                    <a:pt x="12054335" y="0"/>
                  </a:lnTo>
                  <a:lnTo>
                    <a:pt x="12054335" y="7719338"/>
                  </a:lnTo>
                  <a:lnTo>
                    <a:pt x="0" y="7719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782141" y="478155"/>
            <a:ext cx="5777757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4999">
                <a:solidFill>
                  <a:srgbClr val="153063"/>
                </a:solidFill>
                <a:latin typeface="Lora Bold"/>
              </a:rPr>
              <a:t>Data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11114" y="1867653"/>
            <a:ext cx="14665773" cy="879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153063"/>
                </a:solidFill>
                <a:latin typeface="Poppins"/>
              </a:rPr>
              <a:t>Data yang digunakan pada analisis ini adalah data 56 kabupaten kota di Pulau Kalimantan dari tahun 2020 sampai 2022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11114" y="9710739"/>
            <a:ext cx="14665773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153063"/>
                </a:solidFill>
                <a:latin typeface="Poppins"/>
              </a:rPr>
              <a:t>*Data yang diambil tidak memiliki missing value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72053"/>
            <a:chOff x="0" y="0"/>
            <a:chExt cx="24384000" cy="19627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62785"/>
            </a:xfrm>
            <a:custGeom>
              <a:avLst/>
              <a:gdLst/>
              <a:ahLst/>
              <a:cxnLst/>
              <a:rect l="l" t="t" r="r" b="b"/>
              <a:pathLst>
                <a:path w="24384000" h="1962785">
                  <a:moveTo>
                    <a:pt x="0" y="0"/>
                  </a:moveTo>
                  <a:lnTo>
                    <a:pt x="24384000" y="0"/>
                  </a:lnTo>
                  <a:lnTo>
                    <a:pt x="24384000" y="1962785"/>
                  </a:lnTo>
                  <a:lnTo>
                    <a:pt x="0" y="1962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15050" b="-415047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-94936" y="2303785"/>
            <a:ext cx="18382936" cy="12977009"/>
          </a:xfrm>
          <a:custGeom>
            <a:avLst/>
            <a:gdLst/>
            <a:ahLst/>
            <a:cxnLst/>
            <a:rect l="l" t="t" r="r" b="b"/>
            <a:pathLst>
              <a:path w="18382936" h="12977009">
                <a:moveTo>
                  <a:pt x="0" y="0"/>
                </a:moveTo>
                <a:lnTo>
                  <a:pt x="18382936" y="0"/>
                </a:lnTo>
                <a:lnTo>
                  <a:pt x="18382936" y="12977009"/>
                </a:lnTo>
                <a:lnTo>
                  <a:pt x="0" y="129770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8700" y="713223"/>
            <a:ext cx="6807640" cy="1372998"/>
          </a:xfrm>
          <a:custGeom>
            <a:avLst/>
            <a:gdLst/>
            <a:ahLst/>
            <a:cxnLst/>
            <a:rect l="l" t="t" r="r" b="b"/>
            <a:pathLst>
              <a:path w="6807640" h="1372998">
                <a:moveTo>
                  <a:pt x="0" y="0"/>
                </a:moveTo>
                <a:lnTo>
                  <a:pt x="6807640" y="0"/>
                </a:lnTo>
                <a:lnTo>
                  <a:pt x="6807640" y="1372998"/>
                </a:lnTo>
                <a:lnTo>
                  <a:pt x="0" y="13729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9520077" y="5769129"/>
            <a:ext cx="8079799" cy="3823127"/>
            <a:chOff x="0" y="0"/>
            <a:chExt cx="10773065" cy="5097502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10773065" cy="5097502"/>
              <a:chOff x="0" y="0"/>
              <a:chExt cx="2478316" cy="1172667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478316" cy="1172667"/>
              </a:xfrm>
              <a:custGeom>
                <a:avLst/>
                <a:gdLst/>
                <a:ahLst/>
                <a:cxnLst/>
                <a:rect l="l" t="t" r="r" b="b"/>
                <a:pathLst>
                  <a:path w="2478316" h="1172667">
                    <a:moveTo>
                      <a:pt x="41882" y="0"/>
                    </a:moveTo>
                    <a:lnTo>
                      <a:pt x="2436434" y="0"/>
                    </a:lnTo>
                    <a:cubicBezTo>
                      <a:pt x="2459565" y="0"/>
                      <a:pt x="2478316" y="18751"/>
                      <a:pt x="2478316" y="41882"/>
                    </a:cubicBezTo>
                    <a:lnTo>
                      <a:pt x="2478316" y="1130785"/>
                    </a:lnTo>
                    <a:cubicBezTo>
                      <a:pt x="2478316" y="1153916"/>
                      <a:pt x="2459565" y="1172667"/>
                      <a:pt x="2436434" y="1172667"/>
                    </a:cubicBezTo>
                    <a:lnTo>
                      <a:pt x="41882" y="1172667"/>
                    </a:lnTo>
                    <a:cubicBezTo>
                      <a:pt x="30774" y="1172667"/>
                      <a:pt x="20121" y="1168255"/>
                      <a:pt x="12267" y="1160400"/>
                    </a:cubicBezTo>
                    <a:cubicBezTo>
                      <a:pt x="4413" y="1152546"/>
                      <a:pt x="0" y="1141893"/>
                      <a:pt x="0" y="1130785"/>
                    </a:cubicBezTo>
                    <a:lnTo>
                      <a:pt x="0" y="41882"/>
                    </a:lnTo>
                    <a:cubicBezTo>
                      <a:pt x="0" y="18751"/>
                      <a:pt x="18751" y="0"/>
                      <a:pt x="41882" y="0"/>
                    </a:cubicBezTo>
                    <a:close/>
                  </a:path>
                </a:pathLst>
              </a:custGeom>
              <a:solidFill>
                <a:srgbClr val="B2CCCB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66675"/>
                <a:ext cx="2478316" cy="1239342"/>
              </a:xfrm>
              <a:prstGeom prst="rect">
                <a:avLst/>
              </a:prstGeom>
            </p:spPr>
            <p:txBody>
              <a:bodyPr lIns="50895" tIns="50895" rIns="50895" bIns="50895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10" name="Freeform 10"/>
            <p:cNvSpPr/>
            <p:nvPr/>
          </p:nvSpPr>
          <p:spPr>
            <a:xfrm>
              <a:off x="279585" y="356701"/>
              <a:ext cx="10213896" cy="4384100"/>
            </a:xfrm>
            <a:custGeom>
              <a:avLst/>
              <a:gdLst/>
              <a:ahLst/>
              <a:cxnLst/>
              <a:rect l="l" t="t" r="r" b="b"/>
              <a:pathLst>
                <a:path w="10213896" h="4384100">
                  <a:moveTo>
                    <a:pt x="0" y="0"/>
                  </a:moveTo>
                  <a:lnTo>
                    <a:pt x="10213895" y="0"/>
                  </a:lnTo>
                  <a:lnTo>
                    <a:pt x="10213895" y="4384100"/>
                  </a:lnTo>
                  <a:lnTo>
                    <a:pt x="0" y="4384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8353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760319" y="883090"/>
            <a:ext cx="524946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4999">
                <a:solidFill>
                  <a:srgbClr val="153063"/>
                </a:solidFill>
                <a:latin typeface="Lora Bold"/>
              </a:rPr>
              <a:t>Summary Data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25668" y="2393534"/>
            <a:ext cx="8470864" cy="5499932"/>
            <a:chOff x="0" y="0"/>
            <a:chExt cx="11294486" cy="7333243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11294486" cy="7333243"/>
              <a:chOff x="0" y="0"/>
              <a:chExt cx="2226865" cy="1445851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226865" cy="1445851"/>
              </a:xfrm>
              <a:custGeom>
                <a:avLst/>
                <a:gdLst/>
                <a:ahLst/>
                <a:cxnLst/>
                <a:rect l="l" t="t" r="r" b="b"/>
                <a:pathLst>
                  <a:path w="2226865" h="1445851">
                    <a:moveTo>
                      <a:pt x="46611" y="0"/>
                    </a:moveTo>
                    <a:lnTo>
                      <a:pt x="2180254" y="0"/>
                    </a:lnTo>
                    <a:cubicBezTo>
                      <a:pt x="2205996" y="0"/>
                      <a:pt x="2226865" y="20869"/>
                      <a:pt x="2226865" y="46611"/>
                    </a:cubicBezTo>
                    <a:lnTo>
                      <a:pt x="2226865" y="1399239"/>
                    </a:lnTo>
                    <a:cubicBezTo>
                      <a:pt x="2226865" y="1411602"/>
                      <a:pt x="2221954" y="1423457"/>
                      <a:pt x="2213213" y="1432199"/>
                    </a:cubicBezTo>
                    <a:cubicBezTo>
                      <a:pt x="2204471" y="1440940"/>
                      <a:pt x="2192616" y="1445851"/>
                      <a:pt x="2180254" y="1445851"/>
                    </a:cubicBezTo>
                    <a:lnTo>
                      <a:pt x="46611" y="1445851"/>
                    </a:lnTo>
                    <a:cubicBezTo>
                      <a:pt x="34249" y="1445851"/>
                      <a:pt x="22393" y="1440940"/>
                      <a:pt x="13652" y="1432199"/>
                    </a:cubicBezTo>
                    <a:cubicBezTo>
                      <a:pt x="4911" y="1423457"/>
                      <a:pt x="0" y="1411602"/>
                      <a:pt x="0" y="1399239"/>
                    </a:cubicBezTo>
                    <a:lnTo>
                      <a:pt x="0" y="46611"/>
                    </a:lnTo>
                    <a:cubicBezTo>
                      <a:pt x="0" y="34249"/>
                      <a:pt x="4911" y="22393"/>
                      <a:pt x="13652" y="13652"/>
                    </a:cubicBezTo>
                    <a:cubicBezTo>
                      <a:pt x="22393" y="4911"/>
                      <a:pt x="34249" y="0"/>
                      <a:pt x="46611" y="0"/>
                    </a:cubicBezTo>
                    <a:close/>
                  </a:path>
                </a:pathLst>
              </a:custGeom>
              <a:solidFill>
                <a:srgbClr val="B2CCCB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66675"/>
                <a:ext cx="2226865" cy="1512526"/>
              </a:xfrm>
              <a:prstGeom prst="rect">
                <a:avLst/>
              </a:prstGeom>
            </p:spPr>
            <p:txBody>
              <a:bodyPr lIns="50895" tIns="50895" rIns="50895" bIns="50895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579668" y="434116"/>
              <a:ext cx="10135149" cy="6465012"/>
            </a:xfrm>
            <a:custGeom>
              <a:avLst/>
              <a:gdLst/>
              <a:ahLst/>
              <a:cxnLst/>
              <a:rect l="l" t="t" r="r" b="b"/>
              <a:pathLst>
                <a:path w="10135149" h="6465012">
                  <a:moveTo>
                    <a:pt x="0" y="0"/>
                  </a:moveTo>
                  <a:lnTo>
                    <a:pt x="10135150" y="0"/>
                  </a:lnTo>
                  <a:lnTo>
                    <a:pt x="10135150" y="6465011"/>
                  </a:lnTo>
                  <a:lnTo>
                    <a:pt x="0" y="64650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72053"/>
            <a:chOff x="0" y="0"/>
            <a:chExt cx="24384000" cy="19627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62785"/>
            </a:xfrm>
            <a:custGeom>
              <a:avLst/>
              <a:gdLst/>
              <a:ahLst/>
              <a:cxnLst/>
              <a:rect l="l" t="t" r="r" b="b"/>
              <a:pathLst>
                <a:path w="24384000" h="1962785">
                  <a:moveTo>
                    <a:pt x="0" y="0"/>
                  </a:moveTo>
                  <a:lnTo>
                    <a:pt x="24384000" y="0"/>
                  </a:lnTo>
                  <a:lnTo>
                    <a:pt x="24384000" y="1962785"/>
                  </a:lnTo>
                  <a:lnTo>
                    <a:pt x="0" y="1962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15050" b="-415047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-94936" y="2303785"/>
            <a:ext cx="18382936" cy="12977009"/>
          </a:xfrm>
          <a:custGeom>
            <a:avLst/>
            <a:gdLst/>
            <a:ahLst/>
            <a:cxnLst/>
            <a:rect l="l" t="t" r="r" b="b"/>
            <a:pathLst>
              <a:path w="18382936" h="12977009">
                <a:moveTo>
                  <a:pt x="0" y="0"/>
                </a:moveTo>
                <a:lnTo>
                  <a:pt x="18382936" y="0"/>
                </a:lnTo>
                <a:lnTo>
                  <a:pt x="18382936" y="12977009"/>
                </a:lnTo>
                <a:lnTo>
                  <a:pt x="0" y="129770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8700" y="713223"/>
            <a:ext cx="6807640" cy="1372998"/>
          </a:xfrm>
          <a:custGeom>
            <a:avLst/>
            <a:gdLst/>
            <a:ahLst/>
            <a:cxnLst/>
            <a:rect l="l" t="t" r="r" b="b"/>
            <a:pathLst>
              <a:path w="6807640" h="1372998">
                <a:moveTo>
                  <a:pt x="0" y="0"/>
                </a:moveTo>
                <a:lnTo>
                  <a:pt x="6807640" y="0"/>
                </a:lnTo>
                <a:lnTo>
                  <a:pt x="6807640" y="1372998"/>
                </a:lnTo>
                <a:lnTo>
                  <a:pt x="0" y="13729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359835" y="5143500"/>
            <a:ext cx="4072685" cy="1838739"/>
            <a:chOff x="0" y="0"/>
            <a:chExt cx="5430247" cy="2451653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5430247" cy="2451653"/>
              <a:chOff x="0" y="0"/>
              <a:chExt cx="1197856" cy="540809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197856" cy="540809"/>
              </a:xfrm>
              <a:custGeom>
                <a:avLst/>
                <a:gdLst/>
                <a:ahLst/>
                <a:cxnLst/>
                <a:rect l="l" t="t" r="r" b="b"/>
                <a:pathLst>
                  <a:path w="1197856" h="540809">
                    <a:moveTo>
                      <a:pt x="82845" y="0"/>
                    </a:moveTo>
                    <a:lnTo>
                      <a:pt x="1115011" y="0"/>
                    </a:lnTo>
                    <a:cubicBezTo>
                      <a:pt x="1160765" y="0"/>
                      <a:pt x="1197856" y="37091"/>
                      <a:pt x="1197856" y="82845"/>
                    </a:cubicBezTo>
                    <a:lnTo>
                      <a:pt x="1197856" y="457964"/>
                    </a:lnTo>
                    <a:cubicBezTo>
                      <a:pt x="1197856" y="479936"/>
                      <a:pt x="1189128" y="501008"/>
                      <a:pt x="1173591" y="516544"/>
                    </a:cubicBezTo>
                    <a:cubicBezTo>
                      <a:pt x="1158055" y="532081"/>
                      <a:pt x="1136983" y="540809"/>
                      <a:pt x="1115011" y="540809"/>
                    </a:cubicBezTo>
                    <a:lnTo>
                      <a:pt x="82845" y="540809"/>
                    </a:lnTo>
                    <a:cubicBezTo>
                      <a:pt x="37091" y="540809"/>
                      <a:pt x="0" y="503718"/>
                      <a:pt x="0" y="457964"/>
                    </a:cubicBezTo>
                    <a:lnTo>
                      <a:pt x="0" y="82845"/>
                    </a:lnTo>
                    <a:cubicBezTo>
                      <a:pt x="0" y="60874"/>
                      <a:pt x="8728" y="39801"/>
                      <a:pt x="24265" y="24265"/>
                    </a:cubicBezTo>
                    <a:cubicBezTo>
                      <a:pt x="39801" y="8728"/>
                      <a:pt x="60874" y="0"/>
                      <a:pt x="82845" y="0"/>
                    </a:cubicBezTo>
                    <a:close/>
                  </a:path>
                </a:pathLst>
              </a:custGeom>
              <a:solidFill>
                <a:srgbClr val="90A8C1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66675"/>
                <a:ext cx="1197856" cy="607484"/>
              </a:xfrm>
              <a:prstGeom prst="rect">
                <a:avLst/>
              </a:prstGeom>
            </p:spPr>
            <p:txBody>
              <a:bodyPr lIns="53233" tIns="53233" rIns="53233" bIns="53233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10" name="Freeform 10"/>
            <p:cNvSpPr/>
            <p:nvPr/>
          </p:nvSpPr>
          <p:spPr>
            <a:xfrm>
              <a:off x="409067" y="466515"/>
              <a:ext cx="4612114" cy="1518623"/>
            </a:xfrm>
            <a:custGeom>
              <a:avLst/>
              <a:gdLst/>
              <a:ahLst/>
              <a:cxnLst/>
              <a:rect l="l" t="t" r="r" b="b"/>
              <a:pathLst>
                <a:path w="4612114" h="1518623">
                  <a:moveTo>
                    <a:pt x="0" y="0"/>
                  </a:moveTo>
                  <a:lnTo>
                    <a:pt x="4612113" y="0"/>
                  </a:lnTo>
                  <a:lnTo>
                    <a:pt x="4612113" y="1518623"/>
                  </a:lnTo>
                  <a:lnTo>
                    <a:pt x="0" y="15186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7208803" y="2589965"/>
            <a:ext cx="10324328" cy="6668335"/>
            <a:chOff x="0" y="0"/>
            <a:chExt cx="13765771" cy="8891114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13765771" cy="8891114"/>
              <a:chOff x="0" y="0"/>
              <a:chExt cx="2594875" cy="1675993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594876" cy="1675993"/>
              </a:xfrm>
              <a:custGeom>
                <a:avLst/>
                <a:gdLst/>
                <a:ahLst/>
                <a:cxnLst/>
                <a:rect l="l" t="t" r="r" b="b"/>
                <a:pathLst>
                  <a:path w="2594876" h="1675993">
                    <a:moveTo>
                      <a:pt x="38243" y="0"/>
                    </a:moveTo>
                    <a:lnTo>
                      <a:pt x="2556632" y="0"/>
                    </a:lnTo>
                    <a:cubicBezTo>
                      <a:pt x="2577753" y="0"/>
                      <a:pt x="2594876" y="17122"/>
                      <a:pt x="2594876" y="38243"/>
                    </a:cubicBezTo>
                    <a:lnTo>
                      <a:pt x="2594876" y="1637749"/>
                    </a:lnTo>
                    <a:cubicBezTo>
                      <a:pt x="2594876" y="1658871"/>
                      <a:pt x="2577753" y="1675993"/>
                      <a:pt x="2556632" y="1675993"/>
                    </a:cubicBezTo>
                    <a:lnTo>
                      <a:pt x="38243" y="1675993"/>
                    </a:lnTo>
                    <a:cubicBezTo>
                      <a:pt x="17122" y="1675993"/>
                      <a:pt x="0" y="1658871"/>
                      <a:pt x="0" y="1637749"/>
                    </a:cubicBezTo>
                    <a:lnTo>
                      <a:pt x="0" y="38243"/>
                    </a:lnTo>
                    <a:cubicBezTo>
                      <a:pt x="0" y="17122"/>
                      <a:pt x="17122" y="0"/>
                      <a:pt x="38243" y="0"/>
                    </a:cubicBezTo>
                    <a:close/>
                  </a:path>
                </a:pathLst>
              </a:custGeom>
              <a:solidFill>
                <a:srgbClr val="B2CCCB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66675"/>
                <a:ext cx="2594875" cy="1742668"/>
              </a:xfrm>
              <a:prstGeom prst="rect">
                <a:avLst/>
              </a:prstGeom>
            </p:spPr>
            <p:txBody>
              <a:bodyPr lIns="53233" tIns="53233" rIns="53233" bIns="53233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15" name="Freeform 15"/>
            <p:cNvSpPr/>
            <p:nvPr/>
          </p:nvSpPr>
          <p:spPr>
            <a:xfrm>
              <a:off x="460594" y="407250"/>
              <a:ext cx="12844583" cy="8076613"/>
            </a:xfrm>
            <a:custGeom>
              <a:avLst/>
              <a:gdLst/>
              <a:ahLst/>
              <a:cxnLst/>
              <a:rect l="l" t="t" r="r" b="b"/>
              <a:pathLst>
                <a:path w="12844583" h="8076613">
                  <a:moveTo>
                    <a:pt x="0" y="0"/>
                  </a:moveTo>
                  <a:lnTo>
                    <a:pt x="12844583" y="0"/>
                  </a:lnTo>
                  <a:lnTo>
                    <a:pt x="12844583" y="8076613"/>
                  </a:lnTo>
                  <a:lnTo>
                    <a:pt x="0" y="8076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6" name="Freeform 16"/>
          <p:cNvSpPr/>
          <p:nvPr/>
        </p:nvSpPr>
        <p:spPr>
          <a:xfrm>
            <a:off x="4663678" y="5743572"/>
            <a:ext cx="2545125" cy="638595"/>
          </a:xfrm>
          <a:custGeom>
            <a:avLst/>
            <a:gdLst/>
            <a:ahLst/>
            <a:cxnLst/>
            <a:rect l="l" t="t" r="r" b="b"/>
            <a:pathLst>
              <a:path w="2545125" h="638595">
                <a:moveTo>
                  <a:pt x="0" y="0"/>
                </a:moveTo>
                <a:lnTo>
                  <a:pt x="2545125" y="0"/>
                </a:lnTo>
                <a:lnTo>
                  <a:pt x="2545125" y="638595"/>
                </a:lnTo>
                <a:lnTo>
                  <a:pt x="0" y="63859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760319" y="883090"/>
            <a:ext cx="524946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4999">
                <a:solidFill>
                  <a:srgbClr val="153063"/>
                </a:solidFill>
                <a:latin typeface="Lora Bold"/>
              </a:rPr>
              <a:t>Standarisasi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5411" y="2303785"/>
            <a:ext cx="18382936" cy="12977009"/>
          </a:xfrm>
          <a:custGeom>
            <a:avLst/>
            <a:gdLst/>
            <a:ahLst/>
            <a:cxnLst/>
            <a:rect l="l" t="t" r="r" b="b"/>
            <a:pathLst>
              <a:path w="18382936" h="12977009">
                <a:moveTo>
                  <a:pt x="0" y="0"/>
                </a:moveTo>
                <a:lnTo>
                  <a:pt x="18382936" y="0"/>
                </a:lnTo>
                <a:lnTo>
                  <a:pt x="18382936" y="12977009"/>
                </a:lnTo>
                <a:lnTo>
                  <a:pt x="0" y="129770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9407717"/>
            <a:ext cx="18288000" cy="879283"/>
            <a:chOff x="0" y="0"/>
            <a:chExt cx="24384000" cy="117237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172337"/>
            </a:xfrm>
            <a:custGeom>
              <a:avLst/>
              <a:gdLst/>
              <a:ahLst/>
              <a:cxnLst/>
              <a:rect l="l" t="t" r="r" b="b"/>
              <a:pathLst>
                <a:path w="24384000" h="1172337">
                  <a:moveTo>
                    <a:pt x="0" y="0"/>
                  </a:moveTo>
                  <a:lnTo>
                    <a:pt x="24384000" y="0"/>
                  </a:lnTo>
                  <a:lnTo>
                    <a:pt x="24384000" y="1172337"/>
                  </a:lnTo>
                  <a:lnTo>
                    <a:pt x="0" y="1172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28606" b="-728609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009650" y="1856231"/>
            <a:ext cx="16268700" cy="38100"/>
            <a:chOff x="0" y="0"/>
            <a:chExt cx="21691600" cy="50800"/>
          </a:xfrm>
        </p:grpSpPr>
        <p:sp>
          <p:nvSpPr>
            <p:cNvPr id="6" name="Freeform 6"/>
            <p:cNvSpPr/>
            <p:nvPr/>
          </p:nvSpPr>
          <p:spPr>
            <a:xfrm>
              <a:off x="25400" y="0"/>
              <a:ext cx="21640800" cy="50800"/>
            </a:xfrm>
            <a:custGeom>
              <a:avLst/>
              <a:gdLst/>
              <a:ahLst/>
              <a:cxnLst/>
              <a:rect l="l" t="t" r="r" b="b"/>
              <a:pathLst>
                <a:path w="21640800" h="50800">
                  <a:moveTo>
                    <a:pt x="203200" y="0"/>
                  </a:moveTo>
                  <a:lnTo>
                    <a:pt x="304800" y="0"/>
                  </a:lnTo>
                  <a:lnTo>
                    <a:pt x="304800" y="50800"/>
                  </a:lnTo>
                  <a:lnTo>
                    <a:pt x="203200" y="50800"/>
                  </a:lnTo>
                  <a:close/>
                  <a:moveTo>
                    <a:pt x="406400" y="0"/>
                  </a:moveTo>
                  <a:lnTo>
                    <a:pt x="508000" y="0"/>
                  </a:lnTo>
                  <a:lnTo>
                    <a:pt x="508000" y="50800"/>
                  </a:lnTo>
                  <a:lnTo>
                    <a:pt x="406400" y="50800"/>
                  </a:lnTo>
                  <a:close/>
                  <a:moveTo>
                    <a:pt x="609600" y="0"/>
                  </a:moveTo>
                  <a:lnTo>
                    <a:pt x="711200" y="0"/>
                  </a:lnTo>
                  <a:lnTo>
                    <a:pt x="711200" y="50800"/>
                  </a:lnTo>
                  <a:lnTo>
                    <a:pt x="609600" y="50800"/>
                  </a:lnTo>
                  <a:close/>
                  <a:moveTo>
                    <a:pt x="812800" y="0"/>
                  </a:moveTo>
                  <a:lnTo>
                    <a:pt x="914400" y="0"/>
                  </a:lnTo>
                  <a:lnTo>
                    <a:pt x="914400" y="50800"/>
                  </a:lnTo>
                  <a:lnTo>
                    <a:pt x="812800" y="50800"/>
                  </a:lnTo>
                  <a:close/>
                  <a:moveTo>
                    <a:pt x="1016000" y="0"/>
                  </a:moveTo>
                  <a:lnTo>
                    <a:pt x="1117600" y="0"/>
                  </a:lnTo>
                  <a:lnTo>
                    <a:pt x="1117600" y="50800"/>
                  </a:lnTo>
                  <a:lnTo>
                    <a:pt x="1016000" y="50800"/>
                  </a:lnTo>
                  <a:close/>
                  <a:moveTo>
                    <a:pt x="1219200" y="0"/>
                  </a:moveTo>
                  <a:lnTo>
                    <a:pt x="1320800" y="0"/>
                  </a:lnTo>
                  <a:lnTo>
                    <a:pt x="1320800" y="50800"/>
                  </a:lnTo>
                  <a:lnTo>
                    <a:pt x="1219200" y="50800"/>
                  </a:lnTo>
                  <a:close/>
                  <a:moveTo>
                    <a:pt x="1422400" y="50800"/>
                  </a:moveTo>
                  <a:lnTo>
                    <a:pt x="1524000" y="50800"/>
                  </a:lnTo>
                  <a:lnTo>
                    <a:pt x="1422400" y="50800"/>
                  </a:lnTo>
                  <a:close/>
                  <a:moveTo>
                    <a:pt x="1625600" y="50800"/>
                  </a:moveTo>
                  <a:lnTo>
                    <a:pt x="1727200" y="50800"/>
                  </a:lnTo>
                  <a:lnTo>
                    <a:pt x="1625600" y="50800"/>
                  </a:lnTo>
                  <a:close/>
                  <a:moveTo>
                    <a:pt x="1828800" y="50800"/>
                  </a:moveTo>
                  <a:lnTo>
                    <a:pt x="1930400" y="50800"/>
                  </a:lnTo>
                  <a:lnTo>
                    <a:pt x="1828800" y="50800"/>
                  </a:lnTo>
                  <a:close/>
                  <a:moveTo>
                    <a:pt x="2032000" y="50800"/>
                  </a:moveTo>
                  <a:lnTo>
                    <a:pt x="2133600" y="50800"/>
                  </a:lnTo>
                  <a:lnTo>
                    <a:pt x="2032000" y="50800"/>
                  </a:lnTo>
                  <a:close/>
                  <a:moveTo>
                    <a:pt x="2235200" y="50800"/>
                  </a:moveTo>
                  <a:lnTo>
                    <a:pt x="2336800" y="50800"/>
                  </a:lnTo>
                  <a:lnTo>
                    <a:pt x="2235200" y="50800"/>
                  </a:lnTo>
                  <a:close/>
                  <a:moveTo>
                    <a:pt x="2438400" y="50800"/>
                  </a:moveTo>
                  <a:lnTo>
                    <a:pt x="2540000" y="50800"/>
                  </a:lnTo>
                  <a:lnTo>
                    <a:pt x="2438400" y="50800"/>
                  </a:lnTo>
                  <a:close/>
                  <a:moveTo>
                    <a:pt x="2641600" y="50800"/>
                  </a:moveTo>
                  <a:lnTo>
                    <a:pt x="2743200" y="50800"/>
                  </a:lnTo>
                  <a:lnTo>
                    <a:pt x="2641600" y="50800"/>
                  </a:lnTo>
                  <a:close/>
                  <a:moveTo>
                    <a:pt x="2844800" y="50800"/>
                  </a:moveTo>
                  <a:lnTo>
                    <a:pt x="2946400" y="50800"/>
                  </a:lnTo>
                  <a:lnTo>
                    <a:pt x="2844800" y="50800"/>
                  </a:lnTo>
                  <a:close/>
                  <a:moveTo>
                    <a:pt x="3048000" y="50800"/>
                  </a:moveTo>
                  <a:lnTo>
                    <a:pt x="3149600" y="50800"/>
                  </a:lnTo>
                  <a:lnTo>
                    <a:pt x="3048000" y="50800"/>
                  </a:lnTo>
                  <a:close/>
                  <a:moveTo>
                    <a:pt x="3251200" y="50800"/>
                  </a:moveTo>
                  <a:lnTo>
                    <a:pt x="3352800" y="50800"/>
                  </a:lnTo>
                  <a:lnTo>
                    <a:pt x="3251200" y="50800"/>
                  </a:lnTo>
                  <a:close/>
                  <a:moveTo>
                    <a:pt x="3454400" y="50800"/>
                  </a:moveTo>
                  <a:lnTo>
                    <a:pt x="3556000" y="50800"/>
                  </a:lnTo>
                  <a:lnTo>
                    <a:pt x="3454400" y="50800"/>
                  </a:lnTo>
                  <a:close/>
                  <a:moveTo>
                    <a:pt x="3657600" y="50800"/>
                  </a:moveTo>
                  <a:lnTo>
                    <a:pt x="3759200" y="50800"/>
                  </a:lnTo>
                  <a:lnTo>
                    <a:pt x="3657600" y="50800"/>
                  </a:lnTo>
                  <a:close/>
                  <a:moveTo>
                    <a:pt x="3860800" y="50800"/>
                  </a:moveTo>
                  <a:lnTo>
                    <a:pt x="3962400" y="50800"/>
                  </a:lnTo>
                  <a:lnTo>
                    <a:pt x="3860800" y="50800"/>
                  </a:lnTo>
                  <a:close/>
                  <a:moveTo>
                    <a:pt x="4064000" y="50800"/>
                  </a:moveTo>
                  <a:lnTo>
                    <a:pt x="4165600" y="50800"/>
                  </a:lnTo>
                  <a:lnTo>
                    <a:pt x="4064000" y="50800"/>
                  </a:lnTo>
                  <a:close/>
                  <a:moveTo>
                    <a:pt x="4267200" y="50800"/>
                  </a:moveTo>
                  <a:lnTo>
                    <a:pt x="4368800" y="50800"/>
                  </a:lnTo>
                  <a:lnTo>
                    <a:pt x="4267200" y="50800"/>
                  </a:lnTo>
                  <a:close/>
                  <a:moveTo>
                    <a:pt x="4470400" y="50800"/>
                  </a:moveTo>
                  <a:lnTo>
                    <a:pt x="4572000" y="50800"/>
                  </a:lnTo>
                  <a:lnTo>
                    <a:pt x="4470400" y="50800"/>
                  </a:lnTo>
                  <a:close/>
                  <a:moveTo>
                    <a:pt x="4673600" y="50800"/>
                  </a:moveTo>
                  <a:lnTo>
                    <a:pt x="4775200" y="50800"/>
                  </a:lnTo>
                  <a:lnTo>
                    <a:pt x="4673600" y="50800"/>
                  </a:lnTo>
                  <a:close/>
                  <a:moveTo>
                    <a:pt x="4876800" y="50800"/>
                  </a:moveTo>
                  <a:lnTo>
                    <a:pt x="4978400" y="50800"/>
                  </a:lnTo>
                  <a:lnTo>
                    <a:pt x="4876800" y="50800"/>
                  </a:lnTo>
                  <a:close/>
                  <a:moveTo>
                    <a:pt x="5080000" y="50800"/>
                  </a:moveTo>
                  <a:lnTo>
                    <a:pt x="5181600" y="50800"/>
                  </a:lnTo>
                  <a:lnTo>
                    <a:pt x="5080000" y="50800"/>
                  </a:lnTo>
                  <a:close/>
                  <a:moveTo>
                    <a:pt x="5283200" y="50800"/>
                  </a:moveTo>
                  <a:lnTo>
                    <a:pt x="5384800" y="50800"/>
                  </a:lnTo>
                  <a:lnTo>
                    <a:pt x="5283200" y="50800"/>
                  </a:lnTo>
                  <a:close/>
                  <a:moveTo>
                    <a:pt x="5486400" y="50800"/>
                  </a:moveTo>
                  <a:lnTo>
                    <a:pt x="5588000" y="50800"/>
                  </a:lnTo>
                  <a:lnTo>
                    <a:pt x="5486400" y="50800"/>
                  </a:lnTo>
                  <a:close/>
                  <a:moveTo>
                    <a:pt x="5689600" y="50800"/>
                  </a:moveTo>
                  <a:lnTo>
                    <a:pt x="5791200" y="50800"/>
                  </a:lnTo>
                  <a:lnTo>
                    <a:pt x="5689600" y="50800"/>
                  </a:lnTo>
                  <a:close/>
                  <a:moveTo>
                    <a:pt x="5892800" y="50800"/>
                  </a:moveTo>
                  <a:lnTo>
                    <a:pt x="5994400" y="50800"/>
                  </a:lnTo>
                  <a:lnTo>
                    <a:pt x="5892800" y="50800"/>
                  </a:lnTo>
                  <a:close/>
                  <a:moveTo>
                    <a:pt x="6096000" y="50800"/>
                  </a:moveTo>
                  <a:lnTo>
                    <a:pt x="6197600" y="50800"/>
                  </a:lnTo>
                  <a:lnTo>
                    <a:pt x="6096000" y="50800"/>
                  </a:lnTo>
                  <a:close/>
                  <a:moveTo>
                    <a:pt x="6299200" y="50800"/>
                  </a:moveTo>
                  <a:lnTo>
                    <a:pt x="6400800" y="50800"/>
                  </a:lnTo>
                  <a:lnTo>
                    <a:pt x="6299200" y="50800"/>
                  </a:lnTo>
                  <a:close/>
                  <a:moveTo>
                    <a:pt x="6502400" y="50800"/>
                  </a:moveTo>
                  <a:lnTo>
                    <a:pt x="6604000" y="50800"/>
                  </a:lnTo>
                  <a:lnTo>
                    <a:pt x="6502400" y="50800"/>
                  </a:lnTo>
                  <a:close/>
                  <a:moveTo>
                    <a:pt x="6705600" y="50800"/>
                  </a:moveTo>
                  <a:lnTo>
                    <a:pt x="6807200" y="50800"/>
                  </a:lnTo>
                  <a:lnTo>
                    <a:pt x="6705600" y="50800"/>
                  </a:lnTo>
                  <a:close/>
                  <a:moveTo>
                    <a:pt x="6908800" y="50800"/>
                  </a:moveTo>
                  <a:lnTo>
                    <a:pt x="7010400" y="50800"/>
                  </a:lnTo>
                  <a:lnTo>
                    <a:pt x="6908800" y="50800"/>
                  </a:lnTo>
                  <a:close/>
                  <a:moveTo>
                    <a:pt x="7112000" y="50800"/>
                  </a:moveTo>
                  <a:lnTo>
                    <a:pt x="7213600" y="50800"/>
                  </a:lnTo>
                  <a:lnTo>
                    <a:pt x="7112000" y="50800"/>
                  </a:lnTo>
                  <a:close/>
                  <a:moveTo>
                    <a:pt x="7315200" y="50800"/>
                  </a:moveTo>
                  <a:lnTo>
                    <a:pt x="7416800" y="50800"/>
                  </a:lnTo>
                  <a:lnTo>
                    <a:pt x="7315200" y="50800"/>
                  </a:lnTo>
                  <a:close/>
                  <a:moveTo>
                    <a:pt x="7518400" y="50800"/>
                  </a:moveTo>
                  <a:lnTo>
                    <a:pt x="7620000" y="50800"/>
                  </a:lnTo>
                  <a:lnTo>
                    <a:pt x="7518400" y="50800"/>
                  </a:lnTo>
                  <a:close/>
                  <a:moveTo>
                    <a:pt x="7721600" y="50800"/>
                  </a:moveTo>
                  <a:lnTo>
                    <a:pt x="7823200" y="50800"/>
                  </a:lnTo>
                  <a:lnTo>
                    <a:pt x="7721600" y="50800"/>
                  </a:lnTo>
                  <a:close/>
                  <a:moveTo>
                    <a:pt x="7924800" y="50800"/>
                  </a:moveTo>
                  <a:lnTo>
                    <a:pt x="8026400" y="50800"/>
                  </a:lnTo>
                  <a:lnTo>
                    <a:pt x="7924800" y="50800"/>
                  </a:lnTo>
                  <a:close/>
                  <a:moveTo>
                    <a:pt x="8128000" y="50800"/>
                  </a:moveTo>
                  <a:lnTo>
                    <a:pt x="8229600" y="50800"/>
                  </a:lnTo>
                  <a:lnTo>
                    <a:pt x="8128000" y="50800"/>
                  </a:lnTo>
                  <a:close/>
                  <a:moveTo>
                    <a:pt x="8331200" y="50800"/>
                  </a:moveTo>
                  <a:lnTo>
                    <a:pt x="8432800" y="50800"/>
                  </a:lnTo>
                  <a:lnTo>
                    <a:pt x="8331200" y="50800"/>
                  </a:lnTo>
                  <a:close/>
                  <a:moveTo>
                    <a:pt x="8534400" y="50800"/>
                  </a:moveTo>
                  <a:lnTo>
                    <a:pt x="8636000" y="50800"/>
                  </a:lnTo>
                  <a:lnTo>
                    <a:pt x="8534400" y="50800"/>
                  </a:lnTo>
                  <a:close/>
                  <a:moveTo>
                    <a:pt x="8737600" y="50800"/>
                  </a:moveTo>
                  <a:lnTo>
                    <a:pt x="8839200" y="50800"/>
                  </a:lnTo>
                  <a:lnTo>
                    <a:pt x="8737600" y="50800"/>
                  </a:lnTo>
                  <a:close/>
                  <a:moveTo>
                    <a:pt x="8940800" y="50800"/>
                  </a:moveTo>
                  <a:lnTo>
                    <a:pt x="9042400" y="50800"/>
                  </a:lnTo>
                  <a:lnTo>
                    <a:pt x="8940800" y="50800"/>
                  </a:lnTo>
                  <a:close/>
                  <a:moveTo>
                    <a:pt x="9144000" y="50800"/>
                  </a:moveTo>
                  <a:lnTo>
                    <a:pt x="9245600" y="50800"/>
                  </a:lnTo>
                  <a:lnTo>
                    <a:pt x="9144000" y="50800"/>
                  </a:lnTo>
                  <a:close/>
                  <a:moveTo>
                    <a:pt x="9347200" y="50800"/>
                  </a:moveTo>
                  <a:lnTo>
                    <a:pt x="9448800" y="50800"/>
                  </a:lnTo>
                  <a:lnTo>
                    <a:pt x="9347200" y="50800"/>
                  </a:lnTo>
                  <a:close/>
                  <a:moveTo>
                    <a:pt x="9550400" y="50800"/>
                  </a:moveTo>
                  <a:lnTo>
                    <a:pt x="9652000" y="50800"/>
                  </a:lnTo>
                  <a:lnTo>
                    <a:pt x="9550400" y="50800"/>
                  </a:lnTo>
                  <a:close/>
                  <a:moveTo>
                    <a:pt x="9753600" y="50800"/>
                  </a:moveTo>
                  <a:lnTo>
                    <a:pt x="9855200" y="50800"/>
                  </a:lnTo>
                  <a:lnTo>
                    <a:pt x="9753600" y="50800"/>
                  </a:lnTo>
                  <a:close/>
                  <a:moveTo>
                    <a:pt x="9956800" y="50800"/>
                  </a:moveTo>
                  <a:lnTo>
                    <a:pt x="10058400" y="50800"/>
                  </a:lnTo>
                  <a:lnTo>
                    <a:pt x="9956800" y="50800"/>
                  </a:lnTo>
                  <a:close/>
                  <a:moveTo>
                    <a:pt x="10160000" y="50800"/>
                  </a:moveTo>
                  <a:lnTo>
                    <a:pt x="10261600" y="50800"/>
                  </a:lnTo>
                  <a:lnTo>
                    <a:pt x="10160000" y="50800"/>
                  </a:lnTo>
                  <a:close/>
                  <a:moveTo>
                    <a:pt x="10363200" y="50800"/>
                  </a:moveTo>
                  <a:lnTo>
                    <a:pt x="10464800" y="50800"/>
                  </a:lnTo>
                  <a:lnTo>
                    <a:pt x="10363200" y="50800"/>
                  </a:lnTo>
                  <a:close/>
                  <a:moveTo>
                    <a:pt x="10566400" y="50800"/>
                  </a:moveTo>
                  <a:lnTo>
                    <a:pt x="10668000" y="50800"/>
                  </a:lnTo>
                  <a:lnTo>
                    <a:pt x="10566400" y="50800"/>
                  </a:lnTo>
                  <a:close/>
                  <a:moveTo>
                    <a:pt x="10769600" y="50800"/>
                  </a:moveTo>
                  <a:lnTo>
                    <a:pt x="10871200" y="50800"/>
                  </a:lnTo>
                  <a:lnTo>
                    <a:pt x="10769600" y="50800"/>
                  </a:lnTo>
                  <a:close/>
                  <a:moveTo>
                    <a:pt x="10972800" y="50800"/>
                  </a:moveTo>
                  <a:lnTo>
                    <a:pt x="11074400" y="50800"/>
                  </a:lnTo>
                  <a:lnTo>
                    <a:pt x="10972800" y="50800"/>
                  </a:lnTo>
                  <a:close/>
                  <a:moveTo>
                    <a:pt x="11176000" y="50800"/>
                  </a:moveTo>
                  <a:lnTo>
                    <a:pt x="11277600" y="50800"/>
                  </a:lnTo>
                  <a:lnTo>
                    <a:pt x="11176000" y="50800"/>
                  </a:lnTo>
                  <a:close/>
                  <a:moveTo>
                    <a:pt x="11379200" y="50800"/>
                  </a:moveTo>
                  <a:lnTo>
                    <a:pt x="11480800" y="50800"/>
                  </a:lnTo>
                  <a:lnTo>
                    <a:pt x="11379200" y="50800"/>
                  </a:lnTo>
                  <a:close/>
                  <a:moveTo>
                    <a:pt x="11582400" y="50800"/>
                  </a:moveTo>
                  <a:lnTo>
                    <a:pt x="11684000" y="50800"/>
                  </a:lnTo>
                  <a:lnTo>
                    <a:pt x="11582400" y="50800"/>
                  </a:lnTo>
                  <a:close/>
                  <a:moveTo>
                    <a:pt x="11785600" y="50800"/>
                  </a:moveTo>
                  <a:lnTo>
                    <a:pt x="11887200" y="50800"/>
                  </a:lnTo>
                  <a:lnTo>
                    <a:pt x="11785600" y="50800"/>
                  </a:lnTo>
                  <a:close/>
                  <a:moveTo>
                    <a:pt x="11988800" y="50800"/>
                  </a:moveTo>
                  <a:lnTo>
                    <a:pt x="12090400" y="50800"/>
                  </a:lnTo>
                  <a:lnTo>
                    <a:pt x="11988800" y="50800"/>
                  </a:lnTo>
                  <a:close/>
                  <a:moveTo>
                    <a:pt x="12192000" y="50800"/>
                  </a:moveTo>
                  <a:lnTo>
                    <a:pt x="12293600" y="50800"/>
                  </a:lnTo>
                  <a:lnTo>
                    <a:pt x="12192000" y="50800"/>
                  </a:lnTo>
                  <a:close/>
                  <a:moveTo>
                    <a:pt x="12395200" y="50800"/>
                  </a:moveTo>
                  <a:lnTo>
                    <a:pt x="12496800" y="50800"/>
                  </a:lnTo>
                  <a:lnTo>
                    <a:pt x="12395200" y="50800"/>
                  </a:lnTo>
                  <a:close/>
                  <a:moveTo>
                    <a:pt x="12598400" y="50800"/>
                  </a:moveTo>
                  <a:lnTo>
                    <a:pt x="12700000" y="50800"/>
                  </a:lnTo>
                  <a:lnTo>
                    <a:pt x="12598400" y="50800"/>
                  </a:lnTo>
                  <a:close/>
                  <a:moveTo>
                    <a:pt x="12801600" y="50800"/>
                  </a:moveTo>
                  <a:lnTo>
                    <a:pt x="12903200" y="50800"/>
                  </a:lnTo>
                  <a:lnTo>
                    <a:pt x="12801600" y="50800"/>
                  </a:lnTo>
                  <a:close/>
                  <a:moveTo>
                    <a:pt x="13004800" y="50800"/>
                  </a:moveTo>
                  <a:lnTo>
                    <a:pt x="13106400" y="50800"/>
                  </a:lnTo>
                  <a:lnTo>
                    <a:pt x="13004800" y="50800"/>
                  </a:lnTo>
                  <a:close/>
                  <a:moveTo>
                    <a:pt x="13208000" y="50800"/>
                  </a:moveTo>
                  <a:lnTo>
                    <a:pt x="13309600" y="50800"/>
                  </a:lnTo>
                  <a:lnTo>
                    <a:pt x="13208000" y="50800"/>
                  </a:lnTo>
                  <a:close/>
                  <a:moveTo>
                    <a:pt x="13411200" y="50800"/>
                  </a:moveTo>
                  <a:lnTo>
                    <a:pt x="13512800" y="50800"/>
                  </a:lnTo>
                  <a:lnTo>
                    <a:pt x="13411200" y="50800"/>
                  </a:lnTo>
                  <a:close/>
                  <a:moveTo>
                    <a:pt x="13614400" y="50800"/>
                  </a:moveTo>
                  <a:lnTo>
                    <a:pt x="13716000" y="50800"/>
                  </a:lnTo>
                  <a:lnTo>
                    <a:pt x="13614400" y="50800"/>
                  </a:lnTo>
                  <a:close/>
                  <a:moveTo>
                    <a:pt x="13817600" y="50800"/>
                  </a:moveTo>
                  <a:lnTo>
                    <a:pt x="13919200" y="50800"/>
                  </a:lnTo>
                  <a:lnTo>
                    <a:pt x="13817600" y="50800"/>
                  </a:lnTo>
                  <a:close/>
                  <a:moveTo>
                    <a:pt x="14020800" y="50800"/>
                  </a:moveTo>
                  <a:lnTo>
                    <a:pt x="14122400" y="50800"/>
                  </a:lnTo>
                  <a:lnTo>
                    <a:pt x="14020800" y="50800"/>
                  </a:lnTo>
                  <a:close/>
                  <a:moveTo>
                    <a:pt x="14224000" y="50800"/>
                  </a:moveTo>
                  <a:lnTo>
                    <a:pt x="14325600" y="50800"/>
                  </a:lnTo>
                  <a:lnTo>
                    <a:pt x="14224000" y="50800"/>
                  </a:lnTo>
                  <a:close/>
                  <a:moveTo>
                    <a:pt x="14427200" y="50800"/>
                  </a:moveTo>
                  <a:lnTo>
                    <a:pt x="14528800" y="50800"/>
                  </a:lnTo>
                  <a:lnTo>
                    <a:pt x="14427200" y="50800"/>
                  </a:lnTo>
                  <a:close/>
                  <a:moveTo>
                    <a:pt x="14630400" y="50800"/>
                  </a:moveTo>
                  <a:lnTo>
                    <a:pt x="14732000" y="50800"/>
                  </a:lnTo>
                  <a:lnTo>
                    <a:pt x="14630400" y="50800"/>
                  </a:lnTo>
                  <a:close/>
                  <a:moveTo>
                    <a:pt x="14833600" y="50800"/>
                  </a:moveTo>
                  <a:lnTo>
                    <a:pt x="14935200" y="50800"/>
                  </a:lnTo>
                  <a:lnTo>
                    <a:pt x="14833600" y="50800"/>
                  </a:lnTo>
                  <a:close/>
                  <a:moveTo>
                    <a:pt x="15036800" y="50800"/>
                  </a:moveTo>
                  <a:lnTo>
                    <a:pt x="15138400" y="50800"/>
                  </a:lnTo>
                  <a:lnTo>
                    <a:pt x="15036800" y="50800"/>
                  </a:lnTo>
                  <a:close/>
                  <a:moveTo>
                    <a:pt x="15240000" y="50800"/>
                  </a:moveTo>
                  <a:lnTo>
                    <a:pt x="15341600" y="50800"/>
                  </a:lnTo>
                  <a:lnTo>
                    <a:pt x="15240000" y="50800"/>
                  </a:lnTo>
                  <a:close/>
                  <a:moveTo>
                    <a:pt x="15443200" y="50800"/>
                  </a:moveTo>
                  <a:lnTo>
                    <a:pt x="15544800" y="50800"/>
                  </a:lnTo>
                  <a:lnTo>
                    <a:pt x="15443200" y="50800"/>
                  </a:lnTo>
                  <a:close/>
                  <a:moveTo>
                    <a:pt x="15646400" y="50800"/>
                  </a:moveTo>
                  <a:lnTo>
                    <a:pt x="15748000" y="50800"/>
                  </a:lnTo>
                  <a:lnTo>
                    <a:pt x="15646400" y="50800"/>
                  </a:lnTo>
                  <a:close/>
                  <a:moveTo>
                    <a:pt x="15849600" y="50800"/>
                  </a:moveTo>
                  <a:lnTo>
                    <a:pt x="15951200" y="50800"/>
                  </a:lnTo>
                  <a:lnTo>
                    <a:pt x="15849600" y="50800"/>
                  </a:lnTo>
                  <a:close/>
                  <a:moveTo>
                    <a:pt x="16052800" y="50800"/>
                  </a:moveTo>
                  <a:lnTo>
                    <a:pt x="16154400" y="50800"/>
                  </a:lnTo>
                  <a:lnTo>
                    <a:pt x="16052800" y="50800"/>
                  </a:lnTo>
                  <a:close/>
                  <a:moveTo>
                    <a:pt x="16256000" y="50800"/>
                  </a:moveTo>
                  <a:lnTo>
                    <a:pt x="16357600" y="50800"/>
                  </a:lnTo>
                  <a:lnTo>
                    <a:pt x="16256000" y="50800"/>
                  </a:lnTo>
                  <a:close/>
                  <a:moveTo>
                    <a:pt x="16459200" y="50800"/>
                  </a:moveTo>
                  <a:lnTo>
                    <a:pt x="16560800" y="50800"/>
                  </a:lnTo>
                  <a:lnTo>
                    <a:pt x="16459200" y="50800"/>
                  </a:lnTo>
                  <a:close/>
                  <a:moveTo>
                    <a:pt x="16662400" y="50800"/>
                  </a:moveTo>
                  <a:lnTo>
                    <a:pt x="16764000" y="50800"/>
                  </a:lnTo>
                  <a:lnTo>
                    <a:pt x="16662400" y="50800"/>
                  </a:lnTo>
                  <a:close/>
                  <a:moveTo>
                    <a:pt x="16865600" y="50800"/>
                  </a:moveTo>
                  <a:lnTo>
                    <a:pt x="16967200" y="50800"/>
                  </a:lnTo>
                  <a:lnTo>
                    <a:pt x="16865600" y="50800"/>
                  </a:lnTo>
                  <a:close/>
                  <a:moveTo>
                    <a:pt x="17068800" y="50800"/>
                  </a:moveTo>
                  <a:lnTo>
                    <a:pt x="17170400" y="50800"/>
                  </a:lnTo>
                  <a:lnTo>
                    <a:pt x="17068800" y="50800"/>
                  </a:lnTo>
                  <a:close/>
                  <a:moveTo>
                    <a:pt x="17272000" y="50800"/>
                  </a:moveTo>
                  <a:lnTo>
                    <a:pt x="17373600" y="50800"/>
                  </a:lnTo>
                  <a:lnTo>
                    <a:pt x="17272000" y="50800"/>
                  </a:lnTo>
                  <a:close/>
                  <a:moveTo>
                    <a:pt x="17475200" y="50800"/>
                  </a:moveTo>
                  <a:lnTo>
                    <a:pt x="17576800" y="50800"/>
                  </a:lnTo>
                  <a:lnTo>
                    <a:pt x="17475200" y="50800"/>
                  </a:lnTo>
                  <a:close/>
                  <a:moveTo>
                    <a:pt x="17678400" y="50800"/>
                  </a:moveTo>
                  <a:lnTo>
                    <a:pt x="17780000" y="50800"/>
                  </a:lnTo>
                  <a:lnTo>
                    <a:pt x="17678400" y="50800"/>
                  </a:lnTo>
                  <a:close/>
                  <a:moveTo>
                    <a:pt x="17881600" y="50800"/>
                  </a:moveTo>
                  <a:lnTo>
                    <a:pt x="17983200" y="50800"/>
                  </a:lnTo>
                  <a:lnTo>
                    <a:pt x="17881600" y="50800"/>
                  </a:lnTo>
                  <a:close/>
                  <a:moveTo>
                    <a:pt x="18084800" y="50800"/>
                  </a:moveTo>
                  <a:lnTo>
                    <a:pt x="18186400" y="50800"/>
                  </a:lnTo>
                  <a:lnTo>
                    <a:pt x="18084800" y="50800"/>
                  </a:lnTo>
                  <a:close/>
                  <a:moveTo>
                    <a:pt x="18288000" y="50800"/>
                  </a:moveTo>
                  <a:lnTo>
                    <a:pt x="18389600" y="50800"/>
                  </a:lnTo>
                  <a:lnTo>
                    <a:pt x="18288000" y="50800"/>
                  </a:lnTo>
                  <a:close/>
                  <a:moveTo>
                    <a:pt x="18491200" y="50800"/>
                  </a:moveTo>
                  <a:lnTo>
                    <a:pt x="18592800" y="50800"/>
                  </a:lnTo>
                  <a:lnTo>
                    <a:pt x="18491200" y="50800"/>
                  </a:lnTo>
                  <a:close/>
                  <a:moveTo>
                    <a:pt x="18694400" y="50800"/>
                  </a:moveTo>
                  <a:lnTo>
                    <a:pt x="18796000" y="50800"/>
                  </a:lnTo>
                  <a:lnTo>
                    <a:pt x="18694400" y="50800"/>
                  </a:lnTo>
                  <a:close/>
                  <a:moveTo>
                    <a:pt x="18897600" y="50800"/>
                  </a:moveTo>
                  <a:lnTo>
                    <a:pt x="18999200" y="50800"/>
                  </a:lnTo>
                  <a:lnTo>
                    <a:pt x="18897600" y="50800"/>
                  </a:lnTo>
                  <a:close/>
                  <a:moveTo>
                    <a:pt x="19100800" y="50800"/>
                  </a:moveTo>
                  <a:lnTo>
                    <a:pt x="19202400" y="50800"/>
                  </a:lnTo>
                  <a:lnTo>
                    <a:pt x="19100800" y="50800"/>
                  </a:lnTo>
                  <a:close/>
                  <a:moveTo>
                    <a:pt x="19304000" y="50800"/>
                  </a:moveTo>
                  <a:lnTo>
                    <a:pt x="19405600" y="50800"/>
                  </a:lnTo>
                  <a:lnTo>
                    <a:pt x="19304000" y="50800"/>
                  </a:lnTo>
                  <a:close/>
                  <a:moveTo>
                    <a:pt x="19507200" y="50800"/>
                  </a:moveTo>
                  <a:lnTo>
                    <a:pt x="19608800" y="50800"/>
                  </a:lnTo>
                  <a:lnTo>
                    <a:pt x="19507200" y="50800"/>
                  </a:lnTo>
                  <a:close/>
                  <a:moveTo>
                    <a:pt x="19710400" y="50800"/>
                  </a:moveTo>
                  <a:lnTo>
                    <a:pt x="19812000" y="50800"/>
                  </a:lnTo>
                  <a:lnTo>
                    <a:pt x="19710400" y="50800"/>
                  </a:lnTo>
                  <a:close/>
                  <a:moveTo>
                    <a:pt x="19913600" y="50800"/>
                  </a:moveTo>
                  <a:lnTo>
                    <a:pt x="20015200" y="50800"/>
                  </a:lnTo>
                  <a:lnTo>
                    <a:pt x="19913600" y="50800"/>
                  </a:lnTo>
                  <a:close/>
                  <a:moveTo>
                    <a:pt x="20116800" y="50800"/>
                  </a:moveTo>
                  <a:lnTo>
                    <a:pt x="20218400" y="50800"/>
                  </a:lnTo>
                  <a:lnTo>
                    <a:pt x="20116800" y="50800"/>
                  </a:lnTo>
                  <a:close/>
                  <a:moveTo>
                    <a:pt x="20320000" y="50800"/>
                  </a:moveTo>
                  <a:lnTo>
                    <a:pt x="20421600" y="50800"/>
                  </a:lnTo>
                  <a:lnTo>
                    <a:pt x="20320000" y="50800"/>
                  </a:lnTo>
                  <a:close/>
                  <a:moveTo>
                    <a:pt x="20523200" y="50800"/>
                  </a:moveTo>
                  <a:lnTo>
                    <a:pt x="20624800" y="50800"/>
                  </a:lnTo>
                  <a:lnTo>
                    <a:pt x="20523200" y="50800"/>
                  </a:lnTo>
                  <a:close/>
                  <a:moveTo>
                    <a:pt x="20726400" y="50800"/>
                  </a:moveTo>
                  <a:lnTo>
                    <a:pt x="20828000" y="50800"/>
                  </a:lnTo>
                  <a:lnTo>
                    <a:pt x="20726400" y="50800"/>
                  </a:lnTo>
                  <a:close/>
                  <a:moveTo>
                    <a:pt x="20929600" y="50800"/>
                  </a:moveTo>
                  <a:lnTo>
                    <a:pt x="21031200" y="50800"/>
                  </a:lnTo>
                  <a:lnTo>
                    <a:pt x="20929600" y="50800"/>
                  </a:lnTo>
                  <a:close/>
                  <a:moveTo>
                    <a:pt x="21132800" y="50800"/>
                  </a:moveTo>
                  <a:lnTo>
                    <a:pt x="21234400" y="50800"/>
                  </a:lnTo>
                  <a:lnTo>
                    <a:pt x="21132800" y="50800"/>
                  </a:lnTo>
                  <a:close/>
                  <a:moveTo>
                    <a:pt x="21336000" y="50800"/>
                  </a:moveTo>
                  <a:lnTo>
                    <a:pt x="21437600" y="50800"/>
                  </a:lnTo>
                  <a:lnTo>
                    <a:pt x="21336000" y="50800"/>
                  </a:lnTo>
                  <a:close/>
                  <a:moveTo>
                    <a:pt x="21539200" y="50800"/>
                  </a:moveTo>
                  <a:lnTo>
                    <a:pt x="21640800" y="50800"/>
                  </a:lnTo>
                  <a:lnTo>
                    <a:pt x="21539200" y="508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53063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3379469" y="4180253"/>
            <a:ext cx="11615879" cy="1956072"/>
            <a:chOff x="0" y="0"/>
            <a:chExt cx="15487838" cy="2608095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5487838" cy="2608095"/>
              <a:chOff x="0" y="0"/>
              <a:chExt cx="2919489" cy="49163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919489" cy="491631"/>
              </a:xfrm>
              <a:custGeom>
                <a:avLst/>
                <a:gdLst/>
                <a:ahLst/>
                <a:cxnLst/>
                <a:rect l="l" t="t" r="r" b="b"/>
                <a:pathLst>
                  <a:path w="2919489" h="491631">
                    <a:moveTo>
                      <a:pt x="33991" y="0"/>
                    </a:moveTo>
                    <a:lnTo>
                      <a:pt x="2885498" y="0"/>
                    </a:lnTo>
                    <a:cubicBezTo>
                      <a:pt x="2904270" y="0"/>
                      <a:pt x="2919489" y="15218"/>
                      <a:pt x="2919489" y="33991"/>
                    </a:cubicBezTo>
                    <a:lnTo>
                      <a:pt x="2919489" y="457640"/>
                    </a:lnTo>
                    <a:cubicBezTo>
                      <a:pt x="2919489" y="466655"/>
                      <a:pt x="2915907" y="475301"/>
                      <a:pt x="2909533" y="481675"/>
                    </a:cubicBezTo>
                    <a:cubicBezTo>
                      <a:pt x="2903158" y="488050"/>
                      <a:pt x="2894512" y="491631"/>
                      <a:pt x="2885498" y="491631"/>
                    </a:cubicBezTo>
                    <a:lnTo>
                      <a:pt x="33991" y="491631"/>
                    </a:lnTo>
                    <a:cubicBezTo>
                      <a:pt x="24976" y="491631"/>
                      <a:pt x="16330" y="488050"/>
                      <a:pt x="9956" y="481675"/>
                    </a:cubicBezTo>
                    <a:cubicBezTo>
                      <a:pt x="3581" y="475301"/>
                      <a:pt x="0" y="466655"/>
                      <a:pt x="0" y="457640"/>
                    </a:cubicBezTo>
                    <a:lnTo>
                      <a:pt x="0" y="33991"/>
                    </a:lnTo>
                    <a:cubicBezTo>
                      <a:pt x="0" y="24976"/>
                      <a:pt x="3581" y="16330"/>
                      <a:pt x="9956" y="9956"/>
                    </a:cubicBezTo>
                    <a:cubicBezTo>
                      <a:pt x="16330" y="3581"/>
                      <a:pt x="24976" y="0"/>
                      <a:pt x="33991" y="0"/>
                    </a:cubicBezTo>
                    <a:close/>
                  </a:path>
                </a:pathLst>
              </a:custGeom>
              <a:solidFill>
                <a:srgbClr val="B2CCCB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66675"/>
                <a:ext cx="2919489" cy="558306"/>
              </a:xfrm>
              <a:prstGeom prst="rect">
                <a:avLst/>
              </a:prstGeom>
            </p:spPr>
            <p:txBody>
              <a:bodyPr lIns="53233" tIns="53233" rIns="53233" bIns="53233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11" name="Freeform 11"/>
            <p:cNvSpPr/>
            <p:nvPr/>
          </p:nvSpPr>
          <p:spPr>
            <a:xfrm>
              <a:off x="540697" y="544764"/>
              <a:ext cx="14290688" cy="1479132"/>
            </a:xfrm>
            <a:custGeom>
              <a:avLst/>
              <a:gdLst/>
              <a:ahLst/>
              <a:cxnLst/>
              <a:rect l="l" t="t" r="r" b="b"/>
              <a:pathLst>
                <a:path w="14290688" h="1479132">
                  <a:moveTo>
                    <a:pt x="0" y="0"/>
                  </a:moveTo>
                  <a:lnTo>
                    <a:pt x="14290689" y="0"/>
                  </a:lnTo>
                  <a:lnTo>
                    <a:pt x="14290689" y="1479131"/>
                  </a:lnTo>
                  <a:lnTo>
                    <a:pt x="0" y="1479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641046" y="-104775"/>
            <a:ext cx="6870563" cy="174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4999">
                <a:solidFill>
                  <a:srgbClr val="153063"/>
                </a:solidFill>
                <a:latin typeface="Lora Bold"/>
              </a:rPr>
              <a:t>Pengecekan Multikolinearitas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51801" y="6260149"/>
            <a:ext cx="11043546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153063"/>
                </a:solidFill>
                <a:latin typeface="Poppins"/>
              </a:rPr>
              <a:t>Tidak ada multikolinearitas antar variabel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951801" y="4094528"/>
            <a:ext cx="11043546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153063"/>
                </a:solidFill>
                <a:latin typeface="Poppins Bold"/>
              </a:rPr>
              <a:t>Nilai VIF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72053"/>
            <a:chOff x="0" y="0"/>
            <a:chExt cx="24384000" cy="19627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62785"/>
            </a:xfrm>
            <a:custGeom>
              <a:avLst/>
              <a:gdLst/>
              <a:ahLst/>
              <a:cxnLst/>
              <a:rect l="l" t="t" r="r" b="b"/>
              <a:pathLst>
                <a:path w="24384000" h="1962785">
                  <a:moveTo>
                    <a:pt x="0" y="0"/>
                  </a:moveTo>
                  <a:lnTo>
                    <a:pt x="24384000" y="0"/>
                  </a:lnTo>
                  <a:lnTo>
                    <a:pt x="24384000" y="1962785"/>
                  </a:lnTo>
                  <a:lnTo>
                    <a:pt x="0" y="1962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15050" b="-415047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-94936" y="2303785"/>
            <a:ext cx="18382936" cy="12977009"/>
          </a:xfrm>
          <a:custGeom>
            <a:avLst/>
            <a:gdLst/>
            <a:ahLst/>
            <a:cxnLst/>
            <a:rect l="l" t="t" r="r" b="b"/>
            <a:pathLst>
              <a:path w="18382936" h="12977009">
                <a:moveTo>
                  <a:pt x="0" y="0"/>
                </a:moveTo>
                <a:lnTo>
                  <a:pt x="18382936" y="0"/>
                </a:lnTo>
                <a:lnTo>
                  <a:pt x="18382936" y="12977009"/>
                </a:lnTo>
                <a:lnTo>
                  <a:pt x="0" y="129770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8700" y="713223"/>
            <a:ext cx="6807640" cy="1372998"/>
          </a:xfrm>
          <a:custGeom>
            <a:avLst/>
            <a:gdLst/>
            <a:ahLst/>
            <a:cxnLst/>
            <a:rect l="l" t="t" r="r" b="b"/>
            <a:pathLst>
              <a:path w="6807640" h="1372998">
                <a:moveTo>
                  <a:pt x="0" y="0"/>
                </a:moveTo>
                <a:lnTo>
                  <a:pt x="6807640" y="0"/>
                </a:lnTo>
                <a:lnTo>
                  <a:pt x="6807640" y="1372998"/>
                </a:lnTo>
                <a:lnTo>
                  <a:pt x="0" y="13729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028700" y="2584485"/>
          <a:ext cx="6070780" cy="3094354"/>
        </p:xfrm>
        <a:graphic>
          <a:graphicData uri="http://schemas.openxmlformats.org/drawingml/2006/table">
            <a:tbl>
              <a:tblPr/>
              <a:tblGrid>
                <a:gridCol w="29150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56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06684"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FFFFFF"/>
                          </a:solidFill>
                          <a:latin typeface="Lora Bold Italics"/>
                        </a:rPr>
                        <a:t>Uji</a:t>
                      </a:r>
                      <a:endParaRPr lang="en-US" sz="1100"/>
                    </a:p>
                  </a:txBody>
                  <a:tcPr marL="85725" marR="85725" marT="85725" marB="85725" anchor="ctr">
                    <a:lnL w="952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FFFFFF"/>
                          </a:solidFill>
                          <a:latin typeface="Lora Bold Italics"/>
                        </a:rPr>
                        <a:t>p-value</a:t>
                      </a:r>
                      <a:endParaRPr lang="en-US" sz="1100"/>
                    </a:p>
                  </a:txBody>
                  <a:tcPr marL="85725" marR="85725" marT="85725" marB="85725" anchor="ctr">
                    <a:lnL w="952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3835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Lora Bold"/>
                        </a:rPr>
                        <a:t>Chow</a:t>
                      </a:r>
                      <a:endParaRPr lang="en-US" sz="1100"/>
                    </a:p>
                  </a:txBody>
                  <a:tcPr marL="85725" marR="85725" marT="85725" marB="85725" anchor="ctr">
                    <a:lnL w="952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CC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Lora Bold"/>
                        </a:rPr>
                        <a:t>&lt; 2,2e-16</a:t>
                      </a:r>
                      <a:endParaRPr lang="en-US" sz="1100"/>
                    </a:p>
                  </a:txBody>
                  <a:tcPr marL="85725" marR="85725" marT="85725" marB="85725" anchor="ctr">
                    <a:lnL w="952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CC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3835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Lora Bold"/>
                        </a:rPr>
                        <a:t>Haussman</a:t>
                      </a:r>
                      <a:endParaRPr lang="en-US" sz="1100"/>
                    </a:p>
                  </a:txBody>
                  <a:tcPr marL="85725" marR="85725" marT="85725" marB="85725" anchor="ctr">
                    <a:lnL w="952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CC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Lora Bold"/>
                        </a:rPr>
                        <a:t>0,0009601</a:t>
                      </a:r>
                      <a:endParaRPr lang="en-US" sz="1100"/>
                    </a:p>
                  </a:txBody>
                  <a:tcPr marL="85725" marR="85725" marT="85725" marB="85725" anchor="ctr">
                    <a:lnL w="952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CC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1760319" y="883090"/>
            <a:ext cx="5551588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153063"/>
                </a:solidFill>
                <a:latin typeface="Lora Bold"/>
              </a:rPr>
              <a:t>Model Data Panel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9387327" y="2584485"/>
          <a:ext cx="7136943" cy="4071619"/>
        </p:xfrm>
        <a:graphic>
          <a:graphicData uri="http://schemas.openxmlformats.org/drawingml/2006/table">
            <a:tbl>
              <a:tblPr/>
              <a:tblGrid>
                <a:gridCol w="4249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7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16674"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FFFFFF"/>
                          </a:solidFill>
                          <a:latin typeface="Lora Bold Italics"/>
                        </a:rPr>
                        <a:t>Uji Breusch Pagan</a:t>
                      </a:r>
                      <a:endParaRPr lang="en-US" sz="1100"/>
                    </a:p>
                  </a:txBody>
                  <a:tcPr marL="85725" marR="85725" marT="85725" marB="85725" anchor="ctr">
                    <a:lnL w="952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FFFFFF"/>
                          </a:solidFill>
                          <a:latin typeface="Lora Bold Italics"/>
                        </a:rPr>
                        <a:t>p-value</a:t>
                      </a:r>
                      <a:endParaRPr lang="en-US" sz="1100"/>
                    </a:p>
                  </a:txBody>
                  <a:tcPr marL="85725" marR="85725" marT="85725" marB="85725" anchor="ctr">
                    <a:lnL w="952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1649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Lora Bold"/>
                        </a:rPr>
                        <a:t>Efek Dua Arah</a:t>
                      </a:r>
                      <a:endParaRPr lang="en-US" sz="1100"/>
                    </a:p>
                  </a:txBody>
                  <a:tcPr marL="85725" marR="85725" marT="85725" marB="85725" anchor="ctr">
                    <a:lnL w="952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CC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Lora Bold"/>
                        </a:rPr>
                        <a:t>&lt; 2,2e-16</a:t>
                      </a:r>
                      <a:endParaRPr lang="en-US" sz="1100"/>
                    </a:p>
                  </a:txBody>
                  <a:tcPr marL="85725" marR="85725" marT="85725" marB="85725" anchor="ctr">
                    <a:lnL w="952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CC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1648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Lora Bold"/>
                        </a:rPr>
                        <a:t>Efek Satu Arah (Individu)</a:t>
                      </a:r>
                      <a:endParaRPr lang="en-US" sz="1100"/>
                    </a:p>
                  </a:txBody>
                  <a:tcPr marL="85725" marR="85725" marT="85725" marB="85725" anchor="ctr">
                    <a:lnL w="952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CC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Lora Bold"/>
                        </a:rPr>
                        <a:t>&lt; 2,2e-16</a:t>
                      </a:r>
                      <a:endParaRPr lang="en-US" sz="1100"/>
                    </a:p>
                  </a:txBody>
                  <a:tcPr marL="85725" marR="85725" marT="85725" marB="85725" anchor="ctr">
                    <a:lnL w="952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CC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1648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Lora Bold"/>
                        </a:rPr>
                        <a:t>Efek Satu Arah (Waktu)</a:t>
                      </a:r>
                      <a:endParaRPr lang="en-US" sz="1100"/>
                    </a:p>
                  </a:txBody>
                  <a:tcPr marL="85725" marR="85725" marT="85725" marB="85725" anchor="ctr">
                    <a:lnL w="952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CC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Lora Bold"/>
                        </a:rPr>
                        <a:t>0,2396</a:t>
                      </a:r>
                      <a:endParaRPr lang="en-US" sz="1100"/>
                    </a:p>
                  </a:txBody>
                  <a:tcPr marL="85725" marR="85725" marT="85725" marB="85725" anchor="ctr">
                    <a:lnL w="952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CC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1028700" y="6113179"/>
            <a:ext cx="5421958" cy="374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153063"/>
                </a:solidFill>
                <a:latin typeface="Poppins Bold"/>
              </a:rPr>
              <a:t>Uji Chow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153063"/>
                </a:solidFill>
                <a:latin typeface="Poppins"/>
              </a:rPr>
              <a:t>H0 : Common effect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153063"/>
                </a:solidFill>
                <a:latin typeface="Poppins"/>
              </a:rPr>
              <a:t>H1 : Fixed effect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153063"/>
              </a:solidFill>
              <a:latin typeface="Poppins"/>
            </a:endParaRP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153063"/>
                </a:solidFill>
                <a:latin typeface="Poppins Bold"/>
              </a:rPr>
              <a:t>Uji Haussman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153063"/>
                </a:solidFill>
                <a:latin typeface="Poppins"/>
              </a:rPr>
              <a:t>H0 : Random effect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153063"/>
                </a:solidFill>
                <a:latin typeface="Poppins"/>
              </a:rPr>
              <a:t>H1 : Fixed effect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87327" y="7179979"/>
            <a:ext cx="5421958" cy="160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153063"/>
                </a:solidFill>
                <a:latin typeface="Poppins Bold"/>
              </a:rPr>
              <a:t>Uji Breusch Pagan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153063"/>
                </a:solidFill>
                <a:latin typeface="Poppins"/>
              </a:rPr>
              <a:t>H0 : Efek tidak signifikan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153063"/>
                </a:solidFill>
                <a:latin typeface="Poppins"/>
              </a:rPr>
              <a:t>H1 : Efek signifikan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87327" y="9008779"/>
            <a:ext cx="7136944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153063"/>
                </a:solidFill>
                <a:latin typeface="Poppins Bold Italics"/>
              </a:rPr>
              <a:t>dihasilkan model panel fixed effect dengan efek individu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72053"/>
            <a:chOff x="0" y="0"/>
            <a:chExt cx="24384000" cy="19627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62785"/>
            </a:xfrm>
            <a:custGeom>
              <a:avLst/>
              <a:gdLst/>
              <a:ahLst/>
              <a:cxnLst/>
              <a:rect l="l" t="t" r="r" b="b"/>
              <a:pathLst>
                <a:path w="24384000" h="1962785">
                  <a:moveTo>
                    <a:pt x="0" y="0"/>
                  </a:moveTo>
                  <a:lnTo>
                    <a:pt x="24384000" y="0"/>
                  </a:lnTo>
                  <a:lnTo>
                    <a:pt x="24384000" y="1962785"/>
                  </a:lnTo>
                  <a:lnTo>
                    <a:pt x="0" y="1962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15050" b="-415047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-66361" y="2303785"/>
            <a:ext cx="18382936" cy="12977009"/>
          </a:xfrm>
          <a:custGeom>
            <a:avLst/>
            <a:gdLst/>
            <a:ahLst/>
            <a:cxnLst/>
            <a:rect l="l" t="t" r="r" b="b"/>
            <a:pathLst>
              <a:path w="18382936" h="12977009">
                <a:moveTo>
                  <a:pt x="0" y="0"/>
                </a:moveTo>
                <a:lnTo>
                  <a:pt x="18382936" y="0"/>
                </a:lnTo>
                <a:lnTo>
                  <a:pt x="18382936" y="12977009"/>
                </a:lnTo>
                <a:lnTo>
                  <a:pt x="0" y="129770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8700" y="713223"/>
            <a:ext cx="6807640" cy="1372998"/>
          </a:xfrm>
          <a:custGeom>
            <a:avLst/>
            <a:gdLst/>
            <a:ahLst/>
            <a:cxnLst/>
            <a:rect l="l" t="t" r="r" b="b"/>
            <a:pathLst>
              <a:path w="6807640" h="1372998">
                <a:moveTo>
                  <a:pt x="0" y="0"/>
                </a:moveTo>
                <a:lnTo>
                  <a:pt x="6807640" y="0"/>
                </a:lnTo>
                <a:lnTo>
                  <a:pt x="6807640" y="1372998"/>
                </a:lnTo>
                <a:lnTo>
                  <a:pt x="0" y="13729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783368" y="4156098"/>
            <a:ext cx="14721265" cy="1974804"/>
          </a:xfrm>
          <a:custGeom>
            <a:avLst/>
            <a:gdLst/>
            <a:ahLst/>
            <a:cxnLst/>
            <a:rect l="l" t="t" r="r" b="b"/>
            <a:pathLst>
              <a:path w="14721265" h="1974804">
                <a:moveTo>
                  <a:pt x="0" y="0"/>
                </a:moveTo>
                <a:lnTo>
                  <a:pt x="14721264" y="0"/>
                </a:lnTo>
                <a:lnTo>
                  <a:pt x="14721264" y="1974804"/>
                </a:lnTo>
                <a:lnTo>
                  <a:pt x="0" y="1974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239540" y="906010"/>
            <a:ext cx="6385960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153063"/>
                </a:solidFill>
                <a:latin typeface="Lora Bold"/>
              </a:rPr>
              <a:t>Diagnostic Checking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90156" y="6412496"/>
            <a:ext cx="11692369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153063"/>
                </a:solidFill>
                <a:latin typeface="Poppins Bold Italics"/>
              </a:rPr>
              <a:t>asumsi tidak terpenuhi sehingga dibangun model GWPR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7468" y="0"/>
            <a:ext cx="1076168" cy="10287000"/>
            <a:chOff x="0" y="0"/>
            <a:chExt cx="143489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34846" cy="13716000"/>
            </a:xfrm>
            <a:custGeom>
              <a:avLst/>
              <a:gdLst/>
              <a:ahLst/>
              <a:cxnLst/>
              <a:rect l="l" t="t" r="r" b="b"/>
              <a:pathLst>
                <a:path w="1434846" h="13716000">
                  <a:moveTo>
                    <a:pt x="0" y="0"/>
                  </a:moveTo>
                  <a:lnTo>
                    <a:pt x="1434846" y="0"/>
                  </a:lnTo>
                  <a:lnTo>
                    <a:pt x="1434846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88402" r="-58840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763091" y="1856231"/>
            <a:ext cx="15515259" cy="38100"/>
            <a:chOff x="0" y="0"/>
            <a:chExt cx="20687012" cy="50800"/>
          </a:xfrm>
        </p:grpSpPr>
        <p:sp>
          <p:nvSpPr>
            <p:cNvPr id="5" name="Freeform 5"/>
            <p:cNvSpPr/>
            <p:nvPr/>
          </p:nvSpPr>
          <p:spPr>
            <a:xfrm>
              <a:off x="25400" y="0"/>
              <a:ext cx="20624800" cy="50800"/>
            </a:xfrm>
            <a:custGeom>
              <a:avLst/>
              <a:gdLst/>
              <a:ahLst/>
              <a:cxnLst/>
              <a:rect l="l" t="t" r="r" b="b"/>
              <a:pathLst>
                <a:path w="20624800" h="50800">
                  <a:moveTo>
                    <a:pt x="203200" y="0"/>
                  </a:moveTo>
                  <a:lnTo>
                    <a:pt x="304800" y="0"/>
                  </a:lnTo>
                  <a:lnTo>
                    <a:pt x="304800" y="50800"/>
                  </a:lnTo>
                  <a:lnTo>
                    <a:pt x="203200" y="50800"/>
                  </a:lnTo>
                  <a:close/>
                  <a:moveTo>
                    <a:pt x="406400" y="0"/>
                  </a:moveTo>
                  <a:lnTo>
                    <a:pt x="508000" y="0"/>
                  </a:lnTo>
                  <a:lnTo>
                    <a:pt x="508000" y="50800"/>
                  </a:lnTo>
                  <a:lnTo>
                    <a:pt x="406400" y="50800"/>
                  </a:lnTo>
                  <a:close/>
                  <a:moveTo>
                    <a:pt x="609600" y="0"/>
                  </a:moveTo>
                  <a:lnTo>
                    <a:pt x="711200" y="0"/>
                  </a:lnTo>
                  <a:lnTo>
                    <a:pt x="711200" y="50800"/>
                  </a:lnTo>
                  <a:lnTo>
                    <a:pt x="609600" y="50800"/>
                  </a:lnTo>
                  <a:close/>
                  <a:moveTo>
                    <a:pt x="812800" y="0"/>
                  </a:moveTo>
                  <a:lnTo>
                    <a:pt x="914400" y="0"/>
                  </a:lnTo>
                  <a:lnTo>
                    <a:pt x="914400" y="50800"/>
                  </a:lnTo>
                  <a:lnTo>
                    <a:pt x="812800" y="50800"/>
                  </a:lnTo>
                  <a:close/>
                  <a:moveTo>
                    <a:pt x="1016000" y="0"/>
                  </a:moveTo>
                  <a:lnTo>
                    <a:pt x="1117600" y="0"/>
                  </a:lnTo>
                  <a:lnTo>
                    <a:pt x="1117600" y="50800"/>
                  </a:lnTo>
                  <a:lnTo>
                    <a:pt x="1016000" y="50800"/>
                  </a:lnTo>
                  <a:close/>
                  <a:moveTo>
                    <a:pt x="1219200" y="0"/>
                  </a:moveTo>
                  <a:lnTo>
                    <a:pt x="1320800" y="0"/>
                  </a:lnTo>
                  <a:lnTo>
                    <a:pt x="1320800" y="50800"/>
                  </a:lnTo>
                  <a:lnTo>
                    <a:pt x="1219200" y="50800"/>
                  </a:lnTo>
                  <a:close/>
                  <a:moveTo>
                    <a:pt x="1422400" y="50800"/>
                  </a:moveTo>
                  <a:lnTo>
                    <a:pt x="1524000" y="50800"/>
                  </a:lnTo>
                  <a:lnTo>
                    <a:pt x="1422400" y="50800"/>
                  </a:lnTo>
                  <a:close/>
                  <a:moveTo>
                    <a:pt x="1625600" y="50800"/>
                  </a:moveTo>
                  <a:lnTo>
                    <a:pt x="1727200" y="50800"/>
                  </a:lnTo>
                  <a:lnTo>
                    <a:pt x="1625600" y="50800"/>
                  </a:lnTo>
                  <a:close/>
                  <a:moveTo>
                    <a:pt x="1828800" y="50800"/>
                  </a:moveTo>
                  <a:lnTo>
                    <a:pt x="1930400" y="50800"/>
                  </a:lnTo>
                  <a:lnTo>
                    <a:pt x="1828800" y="50800"/>
                  </a:lnTo>
                  <a:close/>
                  <a:moveTo>
                    <a:pt x="2032000" y="50800"/>
                  </a:moveTo>
                  <a:lnTo>
                    <a:pt x="2133600" y="50800"/>
                  </a:lnTo>
                  <a:lnTo>
                    <a:pt x="2032000" y="50800"/>
                  </a:lnTo>
                  <a:close/>
                  <a:moveTo>
                    <a:pt x="2235200" y="50800"/>
                  </a:moveTo>
                  <a:lnTo>
                    <a:pt x="2336800" y="50800"/>
                  </a:lnTo>
                  <a:lnTo>
                    <a:pt x="2235200" y="50800"/>
                  </a:lnTo>
                  <a:close/>
                  <a:moveTo>
                    <a:pt x="2438400" y="50800"/>
                  </a:moveTo>
                  <a:lnTo>
                    <a:pt x="2540000" y="50800"/>
                  </a:lnTo>
                  <a:lnTo>
                    <a:pt x="2438400" y="50800"/>
                  </a:lnTo>
                  <a:close/>
                  <a:moveTo>
                    <a:pt x="2641600" y="50800"/>
                  </a:moveTo>
                  <a:lnTo>
                    <a:pt x="2743200" y="50800"/>
                  </a:lnTo>
                  <a:lnTo>
                    <a:pt x="2641600" y="50800"/>
                  </a:lnTo>
                  <a:close/>
                  <a:moveTo>
                    <a:pt x="2844800" y="50800"/>
                  </a:moveTo>
                  <a:lnTo>
                    <a:pt x="2946400" y="50800"/>
                  </a:lnTo>
                  <a:lnTo>
                    <a:pt x="2844800" y="50800"/>
                  </a:lnTo>
                  <a:close/>
                  <a:moveTo>
                    <a:pt x="3048000" y="50800"/>
                  </a:moveTo>
                  <a:lnTo>
                    <a:pt x="3149600" y="50800"/>
                  </a:lnTo>
                  <a:lnTo>
                    <a:pt x="3048000" y="50800"/>
                  </a:lnTo>
                  <a:close/>
                  <a:moveTo>
                    <a:pt x="3251200" y="50800"/>
                  </a:moveTo>
                  <a:lnTo>
                    <a:pt x="3352800" y="50800"/>
                  </a:lnTo>
                  <a:lnTo>
                    <a:pt x="3251200" y="50800"/>
                  </a:lnTo>
                  <a:close/>
                  <a:moveTo>
                    <a:pt x="3454400" y="50800"/>
                  </a:moveTo>
                  <a:lnTo>
                    <a:pt x="3556000" y="50800"/>
                  </a:lnTo>
                  <a:lnTo>
                    <a:pt x="3454400" y="50800"/>
                  </a:lnTo>
                  <a:close/>
                  <a:moveTo>
                    <a:pt x="3657600" y="50800"/>
                  </a:moveTo>
                  <a:lnTo>
                    <a:pt x="3759200" y="50800"/>
                  </a:lnTo>
                  <a:lnTo>
                    <a:pt x="3657600" y="50800"/>
                  </a:lnTo>
                  <a:close/>
                  <a:moveTo>
                    <a:pt x="3860800" y="50800"/>
                  </a:moveTo>
                  <a:lnTo>
                    <a:pt x="3962400" y="50800"/>
                  </a:lnTo>
                  <a:lnTo>
                    <a:pt x="3860800" y="50800"/>
                  </a:lnTo>
                  <a:close/>
                  <a:moveTo>
                    <a:pt x="4064000" y="50800"/>
                  </a:moveTo>
                  <a:lnTo>
                    <a:pt x="4165600" y="50800"/>
                  </a:lnTo>
                  <a:lnTo>
                    <a:pt x="4064000" y="50800"/>
                  </a:lnTo>
                  <a:close/>
                  <a:moveTo>
                    <a:pt x="4267200" y="50800"/>
                  </a:moveTo>
                  <a:lnTo>
                    <a:pt x="4368800" y="50800"/>
                  </a:lnTo>
                  <a:lnTo>
                    <a:pt x="4267200" y="50800"/>
                  </a:lnTo>
                  <a:close/>
                  <a:moveTo>
                    <a:pt x="4470400" y="50800"/>
                  </a:moveTo>
                  <a:lnTo>
                    <a:pt x="4572000" y="50800"/>
                  </a:lnTo>
                  <a:lnTo>
                    <a:pt x="4470400" y="50800"/>
                  </a:lnTo>
                  <a:close/>
                  <a:moveTo>
                    <a:pt x="4673600" y="50800"/>
                  </a:moveTo>
                  <a:lnTo>
                    <a:pt x="4775200" y="50800"/>
                  </a:lnTo>
                  <a:lnTo>
                    <a:pt x="4673600" y="50800"/>
                  </a:lnTo>
                  <a:close/>
                  <a:moveTo>
                    <a:pt x="4876800" y="50800"/>
                  </a:moveTo>
                  <a:lnTo>
                    <a:pt x="4978400" y="50800"/>
                  </a:lnTo>
                  <a:lnTo>
                    <a:pt x="4876800" y="50800"/>
                  </a:lnTo>
                  <a:close/>
                  <a:moveTo>
                    <a:pt x="5080000" y="50800"/>
                  </a:moveTo>
                  <a:lnTo>
                    <a:pt x="5181600" y="50800"/>
                  </a:lnTo>
                  <a:lnTo>
                    <a:pt x="5080000" y="50800"/>
                  </a:lnTo>
                  <a:close/>
                  <a:moveTo>
                    <a:pt x="5283200" y="50800"/>
                  </a:moveTo>
                  <a:lnTo>
                    <a:pt x="5384800" y="50800"/>
                  </a:lnTo>
                  <a:lnTo>
                    <a:pt x="5283200" y="50800"/>
                  </a:lnTo>
                  <a:close/>
                  <a:moveTo>
                    <a:pt x="5486400" y="50800"/>
                  </a:moveTo>
                  <a:lnTo>
                    <a:pt x="5588000" y="50800"/>
                  </a:lnTo>
                  <a:lnTo>
                    <a:pt x="5486400" y="50800"/>
                  </a:lnTo>
                  <a:close/>
                  <a:moveTo>
                    <a:pt x="5689600" y="50800"/>
                  </a:moveTo>
                  <a:lnTo>
                    <a:pt x="5791200" y="50800"/>
                  </a:lnTo>
                  <a:lnTo>
                    <a:pt x="5689600" y="50800"/>
                  </a:lnTo>
                  <a:close/>
                  <a:moveTo>
                    <a:pt x="5892800" y="50800"/>
                  </a:moveTo>
                  <a:lnTo>
                    <a:pt x="5994400" y="50800"/>
                  </a:lnTo>
                  <a:lnTo>
                    <a:pt x="5892800" y="50800"/>
                  </a:lnTo>
                  <a:close/>
                  <a:moveTo>
                    <a:pt x="6096000" y="50800"/>
                  </a:moveTo>
                  <a:lnTo>
                    <a:pt x="6197600" y="50800"/>
                  </a:lnTo>
                  <a:lnTo>
                    <a:pt x="6096000" y="50800"/>
                  </a:lnTo>
                  <a:close/>
                  <a:moveTo>
                    <a:pt x="6299200" y="50800"/>
                  </a:moveTo>
                  <a:lnTo>
                    <a:pt x="6400800" y="50800"/>
                  </a:lnTo>
                  <a:lnTo>
                    <a:pt x="6299200" y="50800"/>
                  </a:lnTo>
                  <a:close/>
                  <a:moveTo>
                    <a:pt x="6502400" y="50800"/>
                  </a:moveTo>
                  <a:lnTo>
                    <a:pt x="6604000" y="50800"/>
                  </a:lnTo>
                  <a:lnTo>
                    <a:pt x="6502400" y="50800"/>
                  </a:lnTo>
                  <a:close/>
                  <a:moveTo>
                    <a:pt x="6705600" y="50800"/>
                  </a:moveTo>
                  <a:lnTo>
                    <a:pt x="6807200" y="50800"/>
                  </a:lnTo>
                  <a:lnTo>
                    <a:pt x="6705600" y="50800"/>
                  </a:lnTo>
                  <a:close/>
                  <a:moveTo>
                    <a:pt x="6908800" y="50800"/>
                  </a:moveTo>
                  <a:lnTo>
                    <a:pt x="7010400" y="50800"/>
                  </a:lnTo>
                  <a:lnTo>
                    <a:pt x="6908800" y="50800"/>
                  </a:lnTo>
                  <a:close/>
                  <a:moveTo>
                    <a:pt x="7112000" y="50800"/>
                  </a:moveTo>
                  <a:lnTo>
                    <a:pt x="7213600" y="50800"/>
                  </a:lnTo>
                  <a:lnTo>
                    <a:pt x="7112000" y="50800"/>
                  </a:lnTo>
                  <a:close/>
                  <a:moveTo>
                    <a:pt x="7315200" y="50800"/>
                  </a:moveTo>
                  <a:lnTo>
                    <a:pt x="7416800" y="50800"/>
                  </a:lnTo>
                  <a:lnTo>
                    <a:pt x="7315200" y="50800"/>
                  </a:lnTo>
                  <a:close/>
                  <a:moveTo>
                    <a:pt x="7518400" y="50800"/>
                  </a:moveTo>
                  <a:lnTo>
                    <a:pt x="7620000" y="50800"/>
                  </a:lnTo>
                  <a:lnTo>
                    <a:pt x="7518400" y="50800"/>
                  </a:lnTo>
                  <a:close/>
                  <a:moveTo>
                    <a:pt x="7721600" y="50800"/>
                  </a:moveTo>
                  <a:lnTo>
                    <a:pt x="7823200" y="50800"/>
                  </a:lnTo>
                  <a:lnTo>
                    <a:pt x="7721600" y="50800"/>
                  </a:lnTo>
                  <a:close/>
                  <a:moveTo>
                    <a:pt x="7924800" y="50800"/>
                  </a:moveTo>
                  <a:lnTo>
                    <a:pt x="8026400" y="50800"/>
                  </a:lnTo>
                  <a:lnTo>
                    <a:pt x="7924800" y="50800"/>
                  </a:lnTo>
                  <a:close/>
                  <a:moveTo>
                    <a:pt x="8128000" y="50800"/>
                  </a:moveTo>
                  <a:lnTo>
                    <a:pt x="8229600" y="50800"/>
                  </a:lnTo>
                  <a:lnTo>
                    <a:pt x="8128000" y="50800"/>
                  </a:lnTo>
                  <a:close/>
                  <a:moveTo>
                    <a:pt x="8331200" y="50800"/>
                  </a:moveTo>
                  <a:lnTo>
                    <a:pt x="8432800" y="50800"/>
                  </a:lnTo>
                  <a:lnTo>
                    <a:pt x="8331200" y="50800"/>
                  </a:lnTo>
                  <a:close/>
                  <a:moveTo>
                    <a:pt x="8534400" y="50800"/>
                  </a:moveTo>
                  <a:lnTo>
                    <a:pt x="8636000" y="50800"/>
                  </a:lnTo>
                  <a:lnTo>
                    <a:pt x="8534400" y="50800"/>
                  </a:lnTo>
                  <a:close/>
                  <a:moveTo>
                    <a:pt x="8737600" y="50800"/>
                  </a:moveTo>
                  <a:lnTo>
                    <a:pt x="8839200" y="50800"/>
                  </a:lnTo>
                  <a:lnTo>
                    <a:pt x="8737600" y="50800"/>
                  </a:lnTo>
                  <a:close/>
                  <a:moveTo>
                    <a:pt x="8940800" y="50800"/>
                  </a:moveTo>
                  <a:lnTo>
                    <a:pt x="9042400" y="50800"/>
                  </a:lnTo>
                  <a:lnTo>
                    <a:pt x="8940800" y="50800"/>
                  </a:lnTo>
                  <a:close/>
                  <a:moveTo>
                    <a:pt x="9144000" y="50800"/>
                  </a:moveTo>
                  <a:lnTo>
                    <a:pt x="9245600" y="50800"/>
                  </a:lnTo>
                  <a:lnTo>
                    <a:pt x="9144000" y="50800"/>
                  </a:lnTo>
                  <a:close/>
                  <a:moveTo>
                    <a:pt x="9347200" y="50800"/>
                  </a:moveTo>
                  <a:lnTo>
                    <a:pt x="9448800" y="50800"/>
                  </a:lnTo>
                  <a:lnTo>
                    <a:pt x="9347200" y="50800"/>
                  </a:lnTo>
                  <a:close/>
                  <a:moveTo>
                    <a:pt x="9550400" y="50800"/>
                  </a:moveTo>
                  <a:lnTo>
                    <a:pt x="9652000" y="50800"/>
                  </a:lnTo>
                  <a:lnTo>
                    <a:pt x="9550400" y="50800"/>
                  </a:lnTo>
                  <a:close/>
                  <a:moveTo>
                    <a:pt x="9753600" y="50800"/>
                  </a:moveTo>
                  <a:lnTo>
                    <a:pt x="9855200" y="50800"/>
                  </a:lnTo>
                  <a:lnTo>
                    <a:pt x="9753600" y="50800"/>
                  </a:lnTo>
                  <a:close/>
                  <a:moveTo>
                    <a:pt x="9956800" y="50800"/>
                  </a:moveTo>
                  <a:lnTo>
                    <a:pt x="10058400" y="50800"/>
                  </a:lnTo>
                  <a:lnTo>
                    <a:pt x="9956800" y="50800"/>
                  </a:lnTo>
                  <a:close/>
                  <a:moveTo>
                    <a:pt x="10160000" y="50800"/>
                  </a:moveTo>
                  <a:lnTo>
                    <a:pt x="10261600" y="50800"/>
                  </a:lnTo>
                  <a:lnTo>
                    <a:pt x="10160000" y="50800"/>
                  </a:lnTo>
                  <a:close/>
                  <a:moveTo>
                    <a:pt x="10363200" y="50800"/>
                  </a:moveTo>
                  <a:lnTo>
                    <a:pt x="10464800" y="50800"/>
                  </a:lnTo>
                  <a:lnTo>
                    <a:pt x="10363200" y="50800"/>
                  </a:lnTo>
                  <a:close/>
                  <a:moveTo>
                    <a:pt x="10566400" y="50800"/>
                  </a:moveTo>
                  <a:lnTo>
                    <a:pt x="10668000" y="50800"/>
                  </a:lnTo>
                  <a:lnTo>
                    <a:pt x="10566400" y="50800"/>
                  </a:lnTo>
                  <a:close/>
                  <a:moveTo>
                    <a:pt x="10769600" y="50800"/>
                  </a:moveTo>
                  <a:lnTo>
                    <a:pt x="10871200" y="50800"/>
                  </a:lnTo>
                  <a:lnTo>
                    <a:pt x="10769600" y="50800"/>
                  </a:lnTo>
                  <a:close/>
                  <a:moveTo>
                    <a:pt x="10972800" y="50800"/>
                  </a:moveTo>
                  <a:lnTo>
                    <a:pt x="11074400" y="50800"/>
                  </a:lnTo>
                  <a:lnTo>
                    <a:pt x="10972800" y="50800"/>
                  </a:lnTo>
                  <a:close/>
                  <a:moveTo>
                    <a:pt x="11176000" y="50800"/>
                  </a:moveTo>
                  <a:lnTo>
                    <a:pt x="11277600" y="50800"/>
                  </a:lnTo>
                  <a:lnTo>
                    <a:pt x="11176000" y="50800"/>
                  </a:lnTo>
                  <a:close/>
                  <a:moveTo>
                    <a:pt x="11379200" y="50800"/>
                  </a:moveTo>
                  <a:lnTo>
                    <a:pt x="11480800" y="50800"/>
                  </a:lnTo>
                  <a:lnTo>
                    <a:pt x="11379200" y="50800"/>
                  </a:lnTo>
                  <a:close/>
                  <a:moveTo>
                    <a:pt x="11582400" y="50800"/>
                  </a:moveTo>
                  <a:lnTo>
                    <a:pt x="11684000" y="50800"/>
                  </a:lnTo>
                  <a:lnTo>
                    <a:pt x="11582400" y="50800"/>
                  </a:lnTo>
                  <a:close/>
                  <a:moveTo>
                    <a:pt x="11785600" y="50800"/>
                  </a:moveTo>
                  <a:lnTo>
                    <a:pt x="11887200" y="50800"/>
                  </a:lnTo>
                  <a:lnTo>
                    <a:pt x="11785600" y="50800"/>
                  </a:lnTo>
                  <a:close/>
                  <a:moveTo>
                    <a:pt x="11988800" y="50800"/>
                  </a:moveTo>
                  <a:lnTo>
                    <a:pt x="12090400" y="50800"/>
                  </a:lnTo>
                  <a:lnTo>
                    <a:pt x="11988800" y="50800"/>
                  </a:lnTo>
                  <a:close/>
                  <a:moveTo>
                    <a:pt x="12192000" y="50800"/>
                  </a:moveTo>
                  <a:lnTo>
                    <a:pt x="12293600" y="50800"/>
                  </a:lnTo>
                  <a:lnTo>
                    <a:pt x="12192000" y="50800"/>
                  </a:lnTo>
                  <a:close/>
                  <a:moveTo>
                    <a:pt x="12395200" y="50800"/>
                  </a:moveTo>
                  <a:lnTo>
                    <a:pt x="12496800" y="50800"/>
                  </a:lnTo>
                  <a:lnTo>
                    <a:pt x="12395200" y="50800"/>
                  </a:lnTo>
                  <a:close/>
                  <a:moveTo>
                    <a:pt x="12598400" y="50800"/>
                  </a:moveTo>
                  <a:lnTo>
                    <a:pt x="12700000" y="50800"/>
                  </a:lnTo>
                  <a:lnTo>
                    <a:pt x="12598400" y="50800"/>
                  </a:lnTo>
                  <a:close/>
                  <a:moveTo>
                    <a:pt x="12801600" y="50800"/>
                  </a:moveTo>
                  <a:lnTo>
                    <a:pt x="12903200" y="50800"/>
                  </a:lnTo>
                  <a:lnTo>
                    <a:pt x="12801600" y="50800"/>
                  </a:lnTo>
                  <a:close/>
                  <a:moveTo>
                    <a:pt x="13004800" y="50800"/>
                  </a:moveTo>
                  <a:lnTo>
                    <a:pt x="13106400" y="50800"/>
                  </a:lnTo>
                  <a:lnTo>
                    <a:pt x="13004800" y="50800"/>
                  </a:lnTo>
                  <a:close/>
                  <a:moveTo>
                    <a:pt x="13208000" y="50800"/>
                  </a:moveTo>
                  <a:lnTo>
                    <a:pt x="13309600" y="50800"/>
                  </a:lnTo>
                  <a:lnTo>
                    <a:pt x="13208000" y="50800"/>
                  </a:lnTo>
                  <a:close/>
                  <a:moveTo>
                    <a:pt x="13411200" y="50800"/>
                  </a:moveTo>
                  <a:lnTo>
                    <a:pt x="13512800" y="50800"/>
                  </a:lnTo>
                  <a:lnTo>
                    <a:pt x="13411200" y="50800"/>
                  </a:lnTo>
                  <a:close/>
                  <a:moveTo>
                    <a:pt x="13614400" y="50800"/>
                  </a:moveTo>
                  <a:lnTo>
                    <a:pt x="13716000" y="50800"/>
                  </a:lnTo>
                  <a:lnTo>
                    <a:pt x="13614400" y="50800"/>
                  </a:lnTo>
                  <a:close/>
                  <a:moveTo>
                    <a:pt x="13817600" y="50800"/>
                  </a:moveTo>
                  <a:lnTo>
                    <a:pt x="13919200" y="50800"/>
                  </a:lnTo>
                  <a:lnTo>
                    <a:pt x="13817600" y="50800"/>
                  </a:lnTo>
                  <a:close/>
                  <a:moveTo>
                    <a:pt x="14020800" y="50800"/>
                  </a:moveTo>
                  <a:lnTo>
                    <a:pt x="14122400" y="50800"/>
                  </a:lnTo>
                  <a:lnTo>
                    <a:pt x="14020800" y="50800"/>
                  </a:lnTo>
                  <a:close/>
                  <a:moveTo>
                    <a:pt x="14224000" y="50800"/>
                  </a:moveTo>
                  <a:lnTo>
                    <a:pt x="14325600" y="50800"/>
                  </a:lnTo>
                  <a:lnTo>
                    <a:pt x="14224000" y="50800"/>
                  </a:lnTo>
                  <a:close/>
                  <a:moveTo>
                    <a:pt x="14427200" y="50800"/>
                  </a:moveTo>
                  <a:lnTo>
                    <a:pt x="14528800" y="50800"/>
                  </a:lnTo>
                  <a:lnTo>
                    <a:pt x="14427200" y="50800"/>
                  </a:lnTo>
                  <a:close/>
                  <a:moveTo>
                    <a:pt x="14630400" y="50800"/>
                  </a:moveTo>
                  <a:lnTo>
                    <a:pt x="14732000" y="50800"/>
                  </a:lnTo>
                  <a:lnTo>
                    <a:pt x="14630400" y="50800"/>
                  </a:lnTo>
                  <a:close/>
                  <a:moveTo>
                    <a:pt x="14833600" y="50800"/>
                  </a:moveTo>
                  <a:lnTo>
                    <a:pt x="14935200" y="50800"/>
                  </a:lnTo>
                  <a:lnTo>
                    <a:pt x="14833600" y="50800"/>
                  </a:lnTo>
                  <a:close/>
                  <a:moveTo>
                    <a:pt x="15036800" y="50800"/>
                  </a:moveTo>
                  <a:lnTo>
                    <a:pt x="15138400" y="50800"/>
                  </a:lnTo>
                  <a:lnTo>
                    <a:pt x="15036800" y="50800"/>
                  </a:lnTo>
                  <a:close/>
                  <a:moveTo>
                    <a:pt x="15240000" y="50800"/>
                  </a:moveTo>
                  <a:lnTo>
                    <a:pt x="15341600" y="50800"/>
                  </a:lnTo>
                  <a:lnTo>
                    <a:pt x="15240000" y="50800"/>
                  </a:lnTo>
                  <a:close/>
                  <a:moveTo>
                    <a:pt x="15443200" y="50800"/>
                  </a:moveTo>
                  <a:lnTo>
                    <a:pt x="15544800" y="50800"/>
                  </a:lnTo>
                  <a:lnTo>
                    <a:pt x="15443200" y="50800"/>
                  </a:lnTo>
                  <a:close/>
                  <a:moveTo>
                    <a:pt x="15646400" y="50800"/>
                  </a:moveTo>
                  <a:lnTo>
                    <a:pt x="15748000" y="50800"/>
                  </a:lnTo>
                  <a:lnTo>
                    <a:pt x="15646400" y="50800"/>
                  </a:lnTo>
                  <a:close/>
                  <a:moveTo>
                    <a:pt x="15849600" y="50800"/>
                  </a:moveTo>
                  <a:lnTo>
                    <a:pt x="15951200" y="50800"/>
                  </a:lnTo>
                  <a:lnTo>
                    <a:pt x="15849600" y="50800"/>
                  </a:lnTo>
                  <a:close/>
                  <a:moveTo>
                    <a:pt x="16052800" y="50800"/>
                  </a:moveTo>
                  <a:lnTo>
                    <a:pt x="16154400" y="50800"/>
                  </a:lnTo>
                  <a:lnTo>
                    <a:pt x="16052800" y="50800"/>
                  </a:lnTo>
                  <a:close/>
                  <a:moveTo>
                    <a:pt x="16256000" y="50800"/>
                  </a:moveTo>
                  <a:lnTo>
                    <a:pt x="16357600" y="50800"/>
                  </a:lnTo>
                  <a:lnTo>
                    <a:pt x="16256000" y="50800"/>
                  </a:lnTo>
                  <a:close/>
                  <a:moveTo>
                    <a:pt x="16459200" y="50800"/>
                  </a:moveTo>
                  <a:lnTo>
                    <a:pt x="16560800" y="50800"/>
                  </a:lnTo>
                  <a:lnTo>
                    <a:pt x="16459200" y="50800"/>
                  </a:lnTo>
                  <a:close/>
                  <a:moveTo>
                    <a:pt x="16662400" y="50800"/>
                  </a:moveTo>
                  <a:lnTo>
                    <a:pt x="16764000" y="50800"/>
                  </a:lnTo>
                  <a:lnTo>
                    <a:pt x="16662400" y="50800"/>
                  </a:lnTo>
                  <a:close/>
                  <a:moveTo>
                    <a:pt x="16865600" y="50800"/>
                  </a:moveTo>
                  <a:lnTo>
                    <a:pt x="16967200" y="50800"/>
                  </a:lnTo>
                  <a:lnTo>
                    <a:pt x="16865600" y="50800"/>
                  </a:lnTo>
                  <a:close/>
                  <a:moveTo>
                    <a:pt x="17068800" y="50800"/>
                  </a:moveTo>
                  <a:lnTo>
                    <a:pt x="17170400" y="50800"/>
                  </a:lnTo>
                  <a:lnTo>
                    <a:pt x="17068800" y="50800"/>
                  </a:lnTo>
                  <a:close/>
                  <a:moveTo>
                    <a:pt x="17272000" y="50800"/>
                  </a:moveTo>
                  <a:lnTo>
                    <a:pt x="17373600" y="50800"/>
                  </a:lnTo>
                  <a:lnTo>
                    <a:pt x="17272000" y="50800"/>
                  </a:lnTo>
                  <a:close/>
                  <a:moveTo>
                    <a:pt x="17475200" y="50800"/>
                  </a:moveTo>
                  <a:lnTo>
                    <a:pt x="17576800" y="50800"/>
                  </a:lnTo>
                  <a:lnTo>
                    <a:pt x="17475200" y="50800"/>
                  </a:lnTo>
                  <a:close/>
                  <a:moveTo>
                    <a:pt x="17678400" y="50800"/>
                  </a:moveTo>
                  <a:lnTo>
                    <a:pt x="17780000" y="50800"/>
                  </a:lnTo>
                  <a:lnTo>
                    <a:pt x="17678400" y="50800"/>
                  </a:lnTo>
                  <a:close/>
                  <a:moveTo>
                    <a:pt x="17881600" y="50800"/>
                  </a:moveTo>
                  <a:lnTo>
                    <a:pt x="17983200" y="50800"/>
                  </a:lnTo>
                  <a:lnTo>
                    <a:pt x="17881600" y="50800"/>
                  </a:lnTo>
                  <a:close/>
                  <a:moveTo>
                    <a:pt x="18084800" y="50800"/>
                  </a:moveTo>
                  <a:lnTo>
                    <a:pt x="18186400" y="50800"/>
                  </a:lnTo>
                  <a:lnTo>
                    <a:pt x="18084800" y="50800"/>
                  </a:lnTo>
                  <a:close/>
                  <a:moveTo>
                    <a:pt x="18288000" y="50800"/>
                  </a:moveTo>
                  <a:lnTo>
                    <a:pt x="18389600" y="50800"/>
                  </a:lnTo>
                  <a:lnTo>
                    <a:pt x="18288000" y="50800"/>
                  </a:lnTo>
                  <a:close/>
                  <a:moveTo>
                    <a:pt x="18491200" y="50800"/>
                  </a:moveTo>
                  <a:lnTo>
                    <a:pt x="18592800" y="50800"/>
                  </a:lnTo>
                  <a:lnTo>
                    <a:pt x="18491200" y="50800"/>
                  </a:lnTo>
                  <a:close/>
                  <a:moveTo>
                    <a:pt x="18694400" y="50800"/>
                  </a:moveTo>
                  <a:lnTo>
                    <a:pt x="18796000" y="50800"/>
                  </a:lnTo>
                  <a:lnTo>
                    <a:pt x="18694400" y="50800"/>
                  </a:lnTo>
                  <a:close/>
                  <a:moveTo>
                    <a:pt x="18897600" y="50800"/>
                  </a:moveTo>
                  <a:lnTo>
                    <a:pt x="18999200" y="50800"/>
                  </a:lnTo>
                  <a:lnTo>
                    <a:pt x="18897600" y="50800"/>
                  </a:lnTo>
                  <a:close/>
                  <a:moveTo>
                    <a:pt x="19100800" y="50800"/>
                  </a:moveTo>
                  <a:lnTo>
                    <a:pt x="19202400" y="50800"/>
                  </a:lnTo>
                  <a:lnTo>
                    <a:pt x="19100800" y="50800"/>
                  </a:lnTo>
                  <a:close/>
                  <a:moveTo>
                    <a:pt x="19304000" y="50800"/>
                  </a:moveTo>
                  <a:lnTo>
                    <a:pt x="19405600" y="50800"/>
                  </a:lnTo>
                  <a:lnTo>
                    <a:pt x="19304000" y="50800"/>
                  </a:lnTo>
                  <a:close/>
                  <a:moveTo>
                    <a:pt x="19507200" y="50800"/>
                  </a:moveTo>
                  <a:lnTo>
                    <a:pt x="19608800" y="50800"/>
                  </a:lnTo>
                  <a:lnTo>
                    <a:pt x="19507200" y="50800"/>
                  </a:lnTo>
                  <a:close/>
                  <a:moveTo>
                    <a:pt x="19710400" y="50800"/>
                  </a:moveTo>
                  <a:lnTo>
                    <a:pt x="19812000" y="50800"/>
                  </a:lnTo>
                  <a:lnTo>
                    <a:pt x="19710400" y="50800"/>
                  </a:lnTo>
                  <a:close/>
                  <a:moveTo>
                    <a:pt x="19913600" y="50800"/>
                  </a:moveTo>
                  <a:lnTo>
                    <a:pt x="20015200" y="50800"/>
                  </a:lnTo>
                  <a:lnTo>
                    <a:pt x="19913600" y="50800"/>
                  </a:lnTo>
                  <a:close/>
                  <a:moveTo>
                    <a:pt x="20116800" y="50800"/>
                  </a:moveTo>
                  <a:lnTo>
                    <a:pt x="20218400" y="50800"/>
                  </a:lnTo>
                  <a:lnTo>
                    <a:pt x="20116800" y="50800"/>
                  </a:lnTo>
                  <a:close/>
                  <a:moveTo>
                    <a:pt x="20320000" y="50800"/>
                  </a:moveTo>
                  <a:lnTo>
                    <a:pt x="20421600" y="50800"/>
                  </a:lnTo>
                  <a:lnTo>
                    <a:pt x="20320000" y="50800"/>
                  </a:lnTo>
                  <a:close/>
                  <a:moveTo>
                    <a:pt x="20523200" y="50800"/>
                  </a:moveTo>
                  <a:lnTo>
                    <a:pt x="20624800" y="50800"/>
                  </a:lnTo>
                  <a:lnTo>
                    <a:pt x="20523200" y="508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53063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1028700" y="621030"/>
            <a:ext cx="18382936" cy="12977009"/>
          </a:xfrm>
          <a:custGeom>
            <a:avLst/>
            <a:gdLst/>
            <a:ahLst/>
            <a:cxnLst/>
            <a:rect l="l" t="t" r="r" b="b"/>
            <a:pathLst>
              <a:path w="18382936" h="12977009">
                <a:moveTo>
                  <a:pt x="0" y="0"/>
                </a:moveTo>
                <a:lnTo>
                  <a:pt x="18382936" y="0"/>
                </a:lnTo>
                <a:lnTo>
                  <a:pt x="18382936" y="12977009"/>
                </a:lnTo>
                <a:lnTo>
                  <a:pt x="0" y="129770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763091" y="1633203"/>
            <a:ext cx="11376430" cy="4134852"/>
            <a:chOff x="0" y="0"/>
            <a:chExt cx="3754402" cy="136456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754402" cy="1364566"/>
            </a:xfrm>
            <a:custGeom>
              <a:avLst/>
              <a:gdLst/>
              <a:ahLst/>
              <a:cxnLst/>
              <a:rect l="l" t="t" r="r" b="b"/>
              <a:pathLst>
                <a:path w="3754402" h="1364566">
                  <a:moveTo>
                    <a:pt x="34707" y="0"/>
                  </a:moveTo>
                  <a:lnTo>
                    <a:pt x="3719695" y="0"/>
                  </a:lnTo>
                  <a:cubicBezTo>
                    <a:pt x="3728900" y="0"/>
                    <a:pt x="3737728" y="3657"/>
                    <a:pt x="3744237" y="10165"/>
                  </a:cubicBezTo>
                  <a:cubicBezTo>
                    <a:pt x="3750745" y="16674"/>
                    <a:pt x="3754402" y="25502"/>
                    <a:pt x="3754402" y="34707"/>
                  </a:cubicBezTo>
                  <a:lnTo>
                    <a:pt x="3754402" y="1329860"/>
                  </a:lnTo>
                  <a:cubicBezTo>
                    <a:pt x="3754402" y="1339065"/>
                    <a:pt x="3750745" y="1347892"/>
                    <a:pt x="3744237" y="1354401"/>
                  </a:cubicBezTo>
                  <a:cubicBezTo>
                    <a:pt x="3737728" y="1360910"/>
                    <a:pt x="3728900" y="1364566"/>
                    <a:pt x="3719695" y="1364566"/>
                  </a:cubicBezTo>
                  <a:lnTo>
                    <a:pt x="34707" y="1364566"/>
                  </a:lnTo>
                  <a:cubicBezTo>
                    <a:pt x="25502" y="1364566"/>
                    <a:pt x="16674" y="1360910"/>
                    <a:pt x="10165" y="1354401"/>
                  </a:cubicBezTo>
                  <a:cubicBezTo>
                    <a:pt x="3657" y="1347892"/>
                    <a:pt x="0" y="1339065"/>
                    <a:pt x="0" y="1329860"/>
                  </a:cubicBezTo>
                  <a:lnTo>
                    <a:pt x="0" y="34707"/>
                  </a:lnTo>
                  <a:cubicBezTo>
                    <a:pt x="0" y="25502"/>
                    <a:pt x="3657" y="16674"/>
                    <a:pt x="10165" y="10165"/>
                  </a:cubicBezTo>
                  <a:cubicBezTo>
                    <a:pt x="16674" y="3657"/>
                    <a:pt x="25502" y="0"/>
                    <a:pt x="34707" y="0"/>
                  </a:cubicBezTo>
                  <a:close/>
                </a:path>
              </a:pathLst>
            </a:custGeom>
            <a:solidFill>
              <a:srgbClr val="B2CCCB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3754402" cy="1431241"/>
            </a:xfrm>
            <a:prstGeom prst="rect">
              <a:avLst/>
            </a:prstGeom>
          </p:spPr>
          <p:txBody>
            <a:bodyPr lIns="40542" tIns="40542" rIns="40542" bIns="40542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939735" y="7553183"/>
            <a:ext cx="8157585" cy="1868973"/>
            <a:chOff x="0" y="0"/>
            <a:chExt cx="2692132" cy="61679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692132" cy="616791"/>
            </a:xfrm>
            <a:custGeom>
              <a:avLst/>
              <a:gdLst/>
              <a:ahLst/>
              <a:cxnLst/>
              <a:rect l="l" t="t" r="r" b="b"/>
              <a:pathLst>
                <a:path w="2692132" h="616791">
                  <a:moveTo>
                    <a:pt x="48401" y="0"/>
                  </a:moveTo>
                  <a:lnTo>
                    <a:pt x="2643731" y="0"/>
                  </a:lnTo>
                  <a:cubicBezTo>
                    <a:pt x="2670462" y="0"/>
                    <a:pt x="2692132" y="21670"/>
                    <a:pt x="2692132" y="48401"/>
                  </a:cubicBezTo>
                  <a:lnTo>
                    <a:pt x="2692132" y="568389"/>
                  </a:lnTo>
                  <a:cubicBezTo>
                    <a:pt x="2692132" y="581226"/>
                    <a:pt x="2687032" y="593537"/>
                    <a:pt x="2677956" y="602614"/>
                  </a:cubicBezTo>
                  <a:cubicBezTo>
                    <a:pt x="2668879" y="611691"/>
                    <a:pt x="2656567" y="616791"/>
                    <a:pt x="2643731" y="616791"/>
                  </a:cubicBezTo>
                  <a:lnTo>
                    <a:pt x="48401" y="616791"/>
                  </a:lnTo>
                  <a:cubicBezTo>
                    <a:pt x="35564" y="616791"/>
                    <a:pt x="23253" y="611691"/>
                    <a:pt x="14176" y="602614"/>
                  </a:cubicBezTo>
                  <a:cubicBezTo>
                    <a:pt x="5099" y="593537"/>
                    <a:pt x="0" y="581226"/>
                    <a:pt x="0" y="568389"/>
                  </a:cubicBezTo>
                  <a:lnTo>
                    <a:pt x="0" y="48401"/>
                  </a:lnTo>
                  <a:cubicBezTo>
                    <a:pt x="0" y="35564"/>
                    <a:pt x="5099" y="23253"/>
                    <a:pt x="14176" y="14176"/>
                  </a:cubicBezTo>
                  <a:cubicBezTo>
                    <a:pt x="23253" y="5099"/>
                    <a:pt x="35564" y="0"/>
                    <a:pt x="48401" y="0"/>
                  </a:cubicBezTo>
                  <a:close/>
                </a:path>
              </a:pathLst>
            </a:custGeom>
            <a:solidFill>
              <a:srgbClr val="90A8C1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2692132" cy="683466"/>
            </a:xfrm>
            <a:prstGeom prst="rect">
              <a:avLst/>
            </a:prstGeom>
          </p:spPr>
          <p:txBody>
            <a:bodyPr lIns="40542" tIns="40542" rIns="40542" bIns="40542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9538195" y="7904163"/>
            <a:ext cx="7202654" cy="1167012"/>
          </a:xfrm>
          <a:custGeom>
            <a:avLst/>
            <a:gdLst/>
            <a:ahLst/>
            <a:cxnLst/>
            <a:rect l="l" t="t" r="r" b="b"/>
            <a:pathLst>
              <a:path w="7202654" h="1167012">
                <a:moveTo>
                  <a:pt x="0" y="0"/>
                </a:moveTo>
                <a:lnTo>
                  <a:pt x="7202653" y="0"/>
                </a:lnTo>
                <a:lnTo>
                  <a:pt x="7202653" y="1167012"/>
                </a:lnTo>
                <a:lnTo>
                  <a:pt x="0" y="11670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10497722" flipH="1">
            <a:off x="6333408" y="5860491"/>
            <a:ext cx="2216747" cy="2534742"/>
          </a:xfrm>
          <a:custGeom>
            <a:avLst/>
            <a:gdLst/>
            <a:ahLst/>
            <a:cxnLst/>
            <a:rect l="l" t="t" r="r" b="b"/>
            <a:pathLst>
              <a:path w="2216747" h="2534742">
                <a:moveTo>
                  <a:pt x="2216747" y="0"/>
                </a:moveTo>
                <a:lnTo>
                  <a:pt x="0" y="0"/>
                </a:lnTo>
                <a:lnTo>
                  <a:pt x="0" y="2534742"/>
                </a:lnTo>
                <a:lnTo>
                  <a:pt x="2216747" y="2534742"/>
                </a:lnTo>
                <a:lnTo>
                  <a:pt x="221674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2105116" y="1894331"/>
            <a:ext cx="10692381" cy="3529691"/>
          </a:xfrm>
          <a:custGeom>
            <a:avLst/>
            <a:gdLst/>
            <a:ahLst/>
            <a:cxnLst/>
            <a:rect l="l" t="t" r="r" b="b"/>
            <a:pathLst>
              <a:path w="10692381" h="3529691">
                <a:moveTo>
                  <a:pt x="0" y="0"/>
                </a:moveTo>
                <a:lnTo>
                  <a:pt x="10692381" y="0"/>
                </a:lnTo>
                <a:lnTo>
                  <a:pt x="10692381" y="3529691"/>
                </a:lnTo>
                <a:lnTo>
                  <a:pt x="0" y="352969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2628117" y="952500"/>
            <a:ext cx="10929799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153063"/>
                </a:solidFill>
                <a:latin typeface="Lora Bold"/>
              </a:rPr>
              <a:t>Penentuan Fungsi Pembobot Kernel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20168" y="6731709"/>
            <a:ext cx="10929799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153063"/>
                </a:solidFill>
                <a:latin typeface="Lora Bold"/>
              </a:rPr>
              <a:t>Perbandingan Model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7468" y="0"/>
            <a:ext cx="1076168" cy="10287000"/>
            <a:chOff x="0" y="0"/>
            <a:chExt cx="143489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34846" cy="13716000"/>
            </a:xfrm>
            <a:custGeom>
              <a:avLst/>
              <a:gdLst/>
              <a:ahLst/>
              <a:cxnLst/>
              <a:rect l="l" t="t" r="r" b="b"/>
              <a:pathLst>
                <a:path w="1434846" h="13716000">
                  <a:moveTo>
                    <a:pt x="0" y="0"/>
                  </a:moveTo>
                  <a:lnTo>
                    <a:pt x="1434846" y="0"/>
                  </a:lnTo>
                  <a:lnTo>
                    <a:pt x="1434846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88402" r="-588405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028700" y="621030"/>
            <a:ext cx="18382936" cy="12977009"/>
          </a:xfrm>
          <a:custGeom>
            <a:avLst/>
            <a:gdLst/>
            <a:ahLst/>
            <a:cxnLst/>
            <a:rect l="l" t="t" r="r" b="b"/>
            <a:pathLst>
              <a:path w="18382936" h="12977009">
                <a:moveTo>
                  <a:pt x="0" y="0"/>
                </a:moveTo>
                <a:lnTo>
                  <a:pt x="18382936" y="0"/>
                </a:lnTo>
                <a:lnTo>
                  <a:pt x="18382936" y="12977009"/>
                </a:lnTo>
                <a:lnTo>
                  <a:pt x="0" y="129770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763091" y="1856231"/>
            <a:ext cx="15515259" cy="38100"/>
            <a:chOff x="0" y="0"/>
            <a:chExt cx="20687012" cy="50800"/>
          </a:xfrm>
        </p:grpSpPr>
        <p:sp>
          <p:nvSpPr>
            <p:cNvPr id="6" name="Freeform 6"/>
            <p:cNvSpPr/>
            <p:nvPr/>
          </p:nvSpPr>
          <p:spPr>
            <a:xfrm>
              <a:off x="25400" y="0"/>
              <a:ext cx="20624800" cy="50800"/>
            </a:xfrm>
            <a:custGeom>
              <a:avLst/>
              <a:gdLst/>
              <a:ahLst/>
              <a:cxnLst/>
              <a:rect l="l" t="t" r="r" b="b"/>
              <a:pathLst>
                <a:path w="20624800" h="50800">
                  <a:moveTo>
                    <a:pt x="203200" y="0"/>
                  </a:moveTo>
                  <a:lnTo>
                    <a:pt x="304800" y="0"/>
                  </a:lnTo>
                  <a:lnTo>
                    <a:pt x="304800" y="50800"/>
                  </a:lnTo>
                  <a:lnTo>
                    <a:pt x="203200" y="50800"/>
                  </a:lnTo>
                  <a:close/>
                  <a:moveTo>
                    <a:pt x="406400" y="0"/>
                  </a:moveTo>
                  <a:lnTo>
                    <a:pt x="508000" y="0"/>
                  </a:lnTo>
                  <a:lnTo>
                    <a:pt x="508000" y="50800"/>
                  </a:lnTo>
                  <a:lnTo>
                    <a:pt x="406400" y="50800"/>
                  </a:lnTo>
                  <a:close/>
                  <a:moveTo>
                    <a:pt x="609600" y="0"/>
                  </a:moveTo>
                  <a:lnTo>
                    <a:pt x="711200" y="0"/>
                  </a:lnTo>
                  <a:lnTo>
                    <a:pt x="711200" y="50800"/>
                  </a:lnTo>
                  <a:lnTo>
                    <a:pt x="609600" y="50800"/>
                  </a:lnTo>
                  <a:close/>
                  <a:moveTo>
                    <a:pt x="812800" y="0"/>
                  </a:moveTo>
                  <a:lnTo>
                    <a:pt x="914400" y="0"/>
                  </a:lnTo>
                  <a:lnTo>
                    <a:pt x="914400" y="50800"/>
                  </a:lnTo>
                  <a:lnTo>
                    <a:pt x="812800" y="50800"/>
                  </a:lnTo>
                  <a:close/>
                  <a:moveTo>
                    <a:pt x="1016000" y="0"/>
                  </a:moveTo>
                  <a:lnTo>
                    <a:pt x="1117600" y="0"/>
                  </a:lnTo>
                  <a:lnTo>
                    <a:pt x="1117600" y="50800"/>
                  </a:lnTo>
                  <a:lnTo>
                    <a:pt x="1016000" y="50800"/>
                  </a:lnTo>
                  <a:close/>
                  <a:moveTo>
                    <a:pt x="1219200" y="0"/>
                  </a:moveTo>
                  <a:lnTo>
                    <a:pt x="1320800" y="0"/>
                  </a:lnTo>
                  <a:lnTo>
                    <a:pt x="1320800" y="50800"/>
                  </a:lnTo>
                  <a:lnTo>
                    <a:pt x="1219200" y="50800"/>
                  </a:lnTo>
                  <a:close/>
                  <a:moveTo>
                    <a:pt x="1422400" y="50800"/>
                  </a:moveTo>
                  <a:lnTo>
                    <a:pt x="1524000" y="50800"/>
                  </a:lnTo>
                  <a:lnTo>
                    <a:pt x="1422400" y="50800"/>
                  </a:lnTo>
                  <a:close/>
                  <a:moveTo>
                    <a:pt x="1625600" y="50800"/>
                  </a:moveTo>
                  <a:lnTo>
                    <a:pt x="1727200" y="50800"/>
                  </a:lnTo>
                  <a:lnTo>
                    <a:pt x="1625600" y="50800"/>
                  </a:lnTo>
                  <a:close/>
                  <a:moveTo>
                    <a:pt x="1828800" y="50800"/>
                  </a:moveTo>
                  <a:lnTo>
                    <a:pt x="1930400" y="50800"/>
                  </a:lnTo>
                  <a:lnTo>
                    <a:pt x="1828800" y="50800"/>
                  </a:lnTo>
                  <a:close/>
                  <a:moveTo>
                    <a:pt x="2032000" y="50800"/>
                  </a:moveTo>
                  <a:lnTo>
                    <a:pt x="2133600" y="50800"/>
                  </a:lnTo>
                  <a:lnTo>
                    <a:pt x="2032000" y="50800"/>
                  </a:lnTo>
                  <a:close/>
                  <a:moveTo>
                    <a:pt x="2235200" y="50800"/>
                  </a:moveTo>
                  <a:lnTo>
                    <a:pt x="2336800" y="50800"/>
                  </a:lnTo>
                  <a:lnTo>
                    <a:pt x="2235200" y="50800"/>
                  </a:lnTo>
                  <a:close/>
                  <a:moveTo>
                    <a:pt x="2438400" y="50800"/>
                  </a:moveTo>
                  <a:lnTo>
                    <a:pt x="2540000" y="50800"/>
                  </a:lnTo>
                  <a:lnTo>
                    <a:pt x="2438400" y="50800"/>
                  </a:lnTo>
                  <a:close/>
                  <a:moveTo>
                    <a:pt x="2641600" y="50800"/>
                  </a:moveTo>
                  <a:lnTo>
                    <a:pt x="2743200" y="50800"/>
                  </a:lnTo>
                  <a:lnTo>
                    <a:pt x="2641600" y="50800"/>
                  </a:lnTo>
                  <a:close/>
                  <a:moveTo>
                    <a:pt x="2844800" y="50800"/>
                  </a:moveTo>
                  <a:lnTo>
                    <a:pt x="2946400" y="50800"/>
                  </a:lnTo>
                  <a:lnTo>
                    <a:pt x="2844800" y="50800"/>
                  </a:lnTo>
                  <a:close/>
                  <a:moveTo>
                    <a:pt x="3048000" y="50800"/>
                  </a:moveTo>
                  <a:lnTo>
                    <a:pt x="3149600" y="50800"/>
                  </a:lnTo>
                  <a:lnTo>
                    <a:pt x="3048000" y="50800"/>
                  </a:lnTo>
                  <a:close/>
                  <a:moveTo>
                    <a:pt x="3251200" y="50800"/>
                  </a:moveTo>
                  <a:lnTo>
                    <a:pt x="3352800" y="50800"/>
                  </a:lnTo>
                  <a:lnTo>
                    <a:pt x="3251200" y="50800"/>
                  </a:lnTo>
                  <a:close/>
                  <a:moveTo>
                    <a:pt x="3454400" y="50800"/>
                  </a:moveTo>
                  <a:lnTo>
                    <a:pt x="3556000" y="50800"/>
                  </a:lnTo>
                  <a:lnTo>
                    <a:pt x="3454400" y="50800"/>
                  </a:lnTo>
                  <a:close/>
                  <a:moveTo>
                    <a:pt x="3657600" y="50800"/>
                  </a:moveTo>
                  <a:lnTo>
                    <a:pt x="3759200" y="50800"/>
                  </a:lnTo>
                  <a:lnTo>
                    <a:pt x="3657600" y="50800"/>
                  </a:lnTo>
                  <a:close/>
                  <a:moveTo>
                    <a:pt x="3860800" y="50800"/>
                  </a:moveTo>
                  <a:lnTo>
                    <a:pt x="3962400" y="50800"/>
                  </a:lnTo>
                  <a:lnTo>
                    <a:pt x="3860800" y="50800"/>
                  </a:lnTo>
                  <a:close/>
                  <a:moveTo>
                    <a:pt x="4064000" y="50800"/>
                  </a:moveTo>
                  <a:lnTo>
                    <a:pt x="4165600" y="50800"/>
                  </a:lnTo>
                  <a:lnTo>
                    <a:pt x="4064000" y="50800"/>
                  </a:lnTo>
                  <a:close/>
                  <a:moveTo>
                    <a:pt x="4267200" y="50800"/>
                  </a:moveTo>
                  <a:lnTo>
                    <a:pt x="4368800" y="50800"/>
                  </a:lnTo>
                  <a:lnTo>
                    <a:pt x="4267200" y="50800"/>
                  </a:lnTo>
                  <a:close/>
                  <a:moveTo>
                    <a:pt x="4470400" y="50800"/>
                  </a:moveTo>
                  <a:lnTo>
                    <a:pt x="4572000" y="50800"/>
                  </a:lnTo>
                  <a:lnTo>
                    <a:pt x="4470400" y="50800"/>
                  </a:lnTo>
                  <a:close/>
                  <a:moveTo>
                    <a:pt x="4673600" y="50800"/>
                  </a:moveTo>
                  <a:lnTo>
                    <a:pt x="4775200" y="50800"/>
                  </a:lnTo>
                  <a:lnTo>
                    <a:pt x="4673600" y="50800"/>
                  </a:lnTo>
                  <a:close/>
                  <a:moveTo>
                    <a:pt x="4876800" y="50800"/>
                  </a:moveTo>
                  <a:lnTo>
                    <a:pt x="4978400" y="50800"/>
                  </a:lnTo>
                  <a:lnTo>
                    <a:pt x="4876800" y="50800"/>
                  </a:lnTo>
                  <a:close/>
                  <a:moveTo>
                    <a:pt x="5080000" y="50800"/>
                  </a:moveTo>
                  <a:lnTo>
                    <a:pt x="5181600" y="50800"/>
                  </a:lnTo>
                  <a:lnTo>
                    <a:pt x="5080000" y="50800"/>
                  </a:lnTo>
                  <a:close/>
                  <a:moveTo>
                    <a:pt x="5283200" y="50800"/>
                  </a:moveTo>
                  <a:lnTo>
                    <a:pt x="5384800" y="50800"/>
                  </a:lnTo>
                  <a:lnTo>
                    <a:pt x="5283200" y="50800"/>
                  </a:lnTo>
                  <a:close/>
                  <a:moveTo>
                    <a:pt x="5486400" y="50800"/>
                  </a:moveTo>
                  <a:lnTo>
                    <a:pt x="5588000" y="50800"/>
                  </a:lnTo>
                  <a:lnTo>
                    <a:pt x="5486400" y="50800"/>
                  </a:lnTo>
                  <a:close/>
                  <a:moveTo>
                    <a:pt x="5689600" y="50800"/>
                  </a:moveTo>
                  <a:lnTo>
                    <a:pt x="5791200" y="50800"/>
                  </a:lnTo>
                  <a:lnTo>
                    <a:pt x="5689600" y="50800"/>
                  </a:lnTo>
                  <a:close/>
                  <a:moveTo>
                    <a:pt x="5892800" y="50800"/>
                  </a:moveTo>
                  <a:lnTo>
                    <a:pt x="5994400" y="50800"/>
                  </a:lnTo>
                  <a:lnTo>
                    <a:pt x="5892800" y="50800"/>
                  </a:lnTo>
                  <a:close/>
                  <a:moveTo>
                    <a:pt x="6096000" y="50800"/>
                  </a:moveTo>
                  <a:lnTo>
                    <a:pt x="6197600" y="50800"/>
                  </a:lnTo>
                  <a:lnTo>
                    <a:pt x="6096000" y="50800"/>
                  </a:lnTo>
                  <a:close/>
                  <a:moveTo>
                    <a:pt x="6299200" y="50800"/>
                  </a:moveTo>
                  <a:lnTo>
                    <a:pt x="6400800" y="50800"/>
                  </a:lnTo>
                  <a:lnTo>
                    <a:pt x="6299200" y="50800"/>
                  </a:lnTo>
                  <a:close/>
                  <a:moveTo>
                    <a:pt x="6502400" y="50800"/>
                  </a:moveTo>
                  <a:lnTo>
                    <a:pt x="6604000" y="50800"/>
                  </a:lnTo>
                  <a:lnTo>
                    <a:pt x="6502400" y="50800"/>
                  </a:lnTo>
                  <a:close/>
                  <a:moveTo>
                    <a:pt x="6705600" y="50800"/>
                  </a:moveTo>
                  <a:lnTo>
                    <a:pt x="6807200" y="50800"/>
                  </a:lnTo>
                  <a:lnTo>
                    <a:pt x="6705600" y="50800"/>
                  </a:lnTo>
                  <a:close/>
                  <a:moveTo>
                    <a:pt x="6908800" y="50800"/>
                  </a:moveTo>
                  <a:lnTo>
                    <a:pt x="7010400" y="50800"/>
                  </a:lnTo>
                  <a:lnTo>
                    <a:pt x="6908800" y="50800"/>
                  </a:lnTo>
                  <a:close/>
                  <a:moveTo>
                    <a:pt x="7112000" y="50800"/>
                  </a:moveTo>
                  <a:lnTo>
                    <a:pt x="7213600" y="50800"/>
                  </a:lnTo>
                  <a:lnTo>
                    <a:pt x="7112000" y="50800"/>
                  </a:lnTo>
                  <a:close/>
                  <a:moveTo>
                    <a:pt x="7315200" y="50800"/>
                  </a:moveTo>
                  <a:lnTo>
                    <a:pt x="7416800" y="50800"/>
                  </a:lnTo>
                  <a:lnTo>
                    <a:pt x="7315200" y="50800"/>
                  </a:lnTo>
                  <a:close/>
                  <a:moveTo>
                    <a:pt x="7518400" y="50800"/>
                  </a:moveTo>
                  <a:lnTo>
                    <a:pt x="7620000" y="50800"/>
                  </a:lnTo>
                  <a:lnTo>
                    <a:pt x="7518400" y="50800"/>
                  </a:lnTo>
                  <a:close/>
                  <a:moveTo>
                    <a:pt x="7721600" y="50800"/>
                  </a:moveTo>
                  <a:lnTo>
                    <a:pt x="7823200" y="50800"/>
                  </a:lnTo>
                  <a:lnTo>
                    <a:pt x="7721600" y="50800"/>
                  </a:lnTo>
                  <a:close/>
                  <a:moveTo>
                    <a:pt x="7924800" y="50800"/>
                  </a:moveTo>
                  <a:lnTo>
                    <a:pt x="8026400" y="50800"/>
                  </a:lnTo>
                  <a:lnTo>
                    <a:pt x="7924800" y="50800"/>
                  </a:lnTo>
                  <a:close/>
                  <a:moveTo>
                    <a:pt x="8128000" y="50800"/>
                  </a:moveTo>
                  <a:lnTo>
                    <a:pt x="8229600" y="50800"/>
                  </a:lnTo>
                  <a:lnTo>
                    <a:pt x="8128000" y="50800"/>
                  </a:lnTo>
                  <a:close/>
                  <a:moveTo>
                    <a:pt x="8331200" y="50800"/>
                  </a:moveTo>
                  <a:lnTo>
                    <a:pt x="8432800" y="50800"/>
                  </a:lnTo>
                  <a:lnTo>
                    <a:pt x="8331200" y="50800"/>
                  </a:lnTo>
                  <a:close/>
                  <a:moveTo>
                    <a:pt x="8534400" y="50800"/>
                  </a:moveTo>
                  <a:lnTo>
                    <a:pt x="8636000" y="50800"/>
                  </a:lnTo>
                  <a:lnTo>
                    <a:pt x="8534400" y="50800"/>
                  </a:lnTo>
                  <a:close/>
                  <a:moveTo>
                    <a:pt x="8737600" y="50800"/>
                  </a:moveTo>
                  <a:lnTo>
                    <a:pt x="8839200" y="50800"/>
                  </a:lnTo>
                  <a:lnTo>
                    <a:pt x="8737600" y="50800"/>
                  </a:lnTo>
                  <a:close/>
                  <a:moveTo>
                    <a:pt x="8940800" y="50800"/>
                  </a:moveTo>
                  <a:lnTo>
                    <a:pt x="9042400" y="50800"/>
                  </a:lnTo>
                  <a:lnTo>
                    <a:pt x="8940800" y="50800"/>
                  </a:lnTo>
                  <a:close/>
                  <a:moveTo>
                    <a:pt x="9144000" y="50800"/>
                  </a:moveTo>
                  <a:lnTo>
                    <a:pt x="9245600" y="50800"/>
                  </a:lnTo>
                  <a:lnTo>
                    <a:pt x="9144000" y="50800"/>
                  </a:lnTo>
                  <a:close/>
                  <a:moveTo>
                    <a:pt x="9347200" y="50800"/>
                  </a:moveTo>
                  <a:lnTo>
                    <a:pt x="9448800" y="50800"/>
                  </a:lnTo>
                  <a:lnTo>
                    <a:pt x="9347200" y="50800"/>
                  </a:lnTo>
                  <a:close/>
                  <a:moveTo>
                    <a:pt x="9550400" y="50800"/>
                  </a:moveTo>
                  <a:lnTo>
                    <a:pt x="9652000" y="50800"/>
                  </a:lnTo>
                  <a:lnTo>
                    <a:pt x="9550400" y="50800"/>
                  </a:lnTo>
                  <a:close/>
                  <a:moveTo>
                    <a:pt x="9753600" y="50800"/>
                  </a:moveTo>
                  <a:lnTo>
                    <a:pt x="9855200" y="50800"/>
                  </a:lnTo>
                  <a:lnTo>
                    <a:pt x="9753600" y="50800"/>
                  </a:lnTo>
                  <a:close/>
                  <a:moveTo>
                    <a:pt x="9956800" y="50800"/>
                  </a:moveTo>
                  <a:lnTo>
                    <a:pt x="10058400" y="50800"/>
                  </a:lnTo>
                  <a:lnTo>
                    <a:pt x="9956800" y="50800"/>
                  </a:lnTo>
                  <a:close/>
                  <a:moveTo>
                    <a:pt x="10160000" y="50800"/>
                  </a:moveTo>
                  <a:lnTo>
                    <a:pt x="10261600" y="50800"/>
                  </a:lnTo>
                  <a:lnTo>
                    <a:pt x="10160000" y="50800"/>
                  </a:lnTo>
                  <a:close/>
                  <a:moveTo>
                    <a:pt x="10363200" y="50800"/>
                  </a:moveTo>
                  <a:lnTo>
                    <a:pt x="10464800" y="50800"/>
                  </a:lnTo>
                  <a:lnTo>
                    <a:pt x="10363200" y="50800"/>
                  </a:lnTo>
                  <a:close/>
                  <a:moveTo>
                    <a:pt x="10566400" y="50800"/>
                  </a:moveTo>
                  <a:lnTo>
                    <a:pt x="10668000" y="50800"/>
                  </a:lnTo>
                  <a:lnTo>
                    <a:pt x="10566400" y="50800"/>
                  </a:lnTo>
                  <a:close/>
                  <a:moveTo>
                    <a:pt x="10769600" y="50800"/>
                  </a:moveTo>
                  <a:lnTo>
                    <a:pt x="10871200" y="50800"/>
                  </a:lnTo>
                  <a:lnTo>
                    <a:pt x="10769600" y="50800"/>
                  </a:lnTo>
                  <a:close/>
                  <a:moveTo>
                    <a:pt x="10972800" y="50800"/>
                  </a:moveTo>
                  <a:lnTo>
                    <a:pt x="11074400" y="50800"/>
                  </a:lnTo>
                  <a:lnTo>
                    <a:pt x="10972800" y="50800"/>
                  </a:lnTo>
                  <a:close/>
                  <a:moveTo>
                    <a:pt x="11176000" y="50800"/>
                  </a:moveTo>
                  <a:lnTo>
                    <a:pt x="11277600" y="50800"/>
                  </a:lnTo>
                  <a:lnTo>
                    <a:pt x="11176000" y="50800"/>
                  </a:lnTo>
                  <a:close/>
                  <a:moveTo>
                    <a:pt x="11379200" y="50800"/>
                  </a:moveTo>
                  <a:lnTo>
                    <a:pt x="11480800" y="50800"/>
                  </a:lnTo>
                  <a:lnTo>
                    <a:pt x="11379200" y="50800"/>
                  </a:lnTo>
                  <a:close/>
                  <a:moveTo>
                    <a:pt x="11582400" y="50800"/>
                  </a:moveTo>
                  <a:lnTo>
                    <a:pt x="11684000" y="50800"/>
                  </a:lnTo>
                  <a:lnTo>
                    <a:pt x="11582400" y="50800"/>
                  </a:lnTo>
                  <a:close/>
                  <a:moveTo>
                    <a:pt x="11785600" y="50800"/>
                  </a:moveTo>
                  <a:lnTo>
                    <a:pt x="11887200" y="50800"/>
                  </a:lnTo>
                  <a:lnTo>
                    <a:pt x="11785600" y="50800"/>
                  </a:lnTo>
                  <a:close/>
                  <a:moveTo>
                    <a:pt x="11988800" y="50800"/>
                  </a:moveTo>
                  <a:lnTo>
                    <a:pt x="12090400" y="50800"/>
                  </a:lnTo>
                  <a:lnTo>
                    <a:pt x="11988800" y="50800"/>
                  </a:lnTo>
                  <a:close/>
                  <a:moveTo>
                    <a:pt x="12192000" y="50800"/>
                  </a:moveTo>
                  <a:lnTo>
                    <a:pt x="12293600" y="50800"/>
                  </a:lnTo>
                  <a:lnTo>
                    <a:pt x="12192000" y="50800"/>
                  </a:lnTo>
                  <a:close/>
                  <a:moveTo>
                    <a:pt x="12395200" y="50800"/>
                  </a:moveTo>
                  <a:lnTo>
                    <a:pt x="12496800" y="50800"/>
                  </a:lnTo>
                  <a:lnTo>
                    <a:pt x="12395200" y="50800"/>
                  </a:lnTo>
                  <a:close/>
                  <a:moveTo>
                    <a:pt x="12598400" y="50800"/>
                  </a:moveTo>
                  <a:lnTo>
                    <a:pt x="12700000" y="50800"/>
                  </a:lnTo>
                  <a:lnTo>
                    <a:pt x="12598400" y="50800"/>
                  </a:lnTo>
                  <a:close/>
                  <a:moveTo>
                    <a:pt x="12801600" y="50800"/>
                  </a:moveTo>
                  <a:lnTo>
                    <a:pt x="12903200" y="50800"/>
                  </a:lnTo>
                  <a:lnTo>
                    <a:pt x="12801600" y="50800"/>
                  </a:lnTo>
                  <a:close/>
                  <a:moveTo>
                    <a:pt x="13004800" y="50800"/>
                  </a:moveTo>
                  <a:lnTo>
                    <a:pt x="13106400" y="50800"/>
                  </a:lnTo>
                  <a:lnTo>
                    <a:pt x="13004800" y="50800"/>
                  </a:lnTo>
                  <a:close/>
                  <a:moveTo>
                    <a:pt x="13208000" y="50800"/>
                  </a:moveTo>
                  <a:lnTo>
                    <a:pt x="13309600" y="50800"/>
                  </a:lnTo>
                  <a:lnTo>
                    <a:pt x="13208000" y="50800"/>
                  </a:lnTo>
                  <a:close/>
                  <a:moveTo>
                    <a:pt x="13411200" y="50800"/>
                  </a:moveTo>
                  <a:lnTo>
                    <a:pt x="13512800" y="50800"/>
                  </a:lnTo>
                  <a:lnTo>
                    <a:pt x="13411200" y="50800"/>
                  </a:lnTo>
                  <a:close/>
                  <a:moveTo>
                    <a:pt x="13614400" y="50800"/>
                  </a:moveTo>
                  <a:lnTo>
                    <a:pt x="13716000" y="50800"/>
                  </a:lnTo>
                  <a:lnTo>
                    <a:pt x="13614400" y="50800"/>
                  </a:lnTo>
                  <a:close/>
                  <a:moveTo>
                    <a:pt x="13817600" y="50800"/>
                  </a:moveTo>
                  <a:lnTo>
                    <a:pt x="13919200" y="50800"/>
                  </a:lnTo>
                  <a:lnTo>
                    <a:pt x="13817600" y="50800"/>
                  </a:lnTo>
                  <a:close/>
                  <a:moveTo>
                    <a:pt x="14020800" y="50800"/>
                  </a:moveTo>
                  <a:lnTo>
                    <a:pt x="14122400" y="50800"/>
                  </a:lnTo>
                  <a:lnTo>
                    <a:pt x="14020800" y="50800"/>
                  </a:lnTo>
                  <a:close/>
                  <a:moveTo>
                    <a:pt x="14224000" y="50800"/>
                  </a:moveTo>
                  <a:lnTo>
                    <a:pt x="14325600" y="50800"/>
                  </a:lnTo>
                  <a:lnTo>
                    <a:pt x="14224000" y="50800"/>
                  </a:lnTo>
                  <a:close/>
                  <a:moveTo>
                    <a:pt x="14427200" y="50800"/>
                  </a:moveTo>
                  <a:lnTo>
                    <a:pt x="14528800" y="50800"/>
                  </a:lnTo>
                  <a:lnTo>
                    <a:pt x="14427200" y="50800"/>
                  </a:lnTo>
                  <a:close/>
                  <a:moveTo>
                    <a:pt x="14630400" y="50800"/>
                  </a:moveTo>
                  <a:lnTo>
                    <a:pt x="14732000" y="50800"/>
                  </a:lnTo>
                  <a:lnTo>
                    <a:pt x="14630400" y="50800"/>
                  </a:lnTo>
                  <a:close/>
                  <a:moveTo>
                    <a:pt x="14833600" y="50800"/>
                  </a:moveTo>
                  <a:lnTo>
                    <a:pt x="14935200" y="50800"/>
                  </a:lnTo>
                  <a:lnTo>
                    <a:pt x="14833600" y="50800"/>
                  </a:lnTo>
                  <a:close/>
                  <a:moveTo>
                    <a:pt x="15036800" y="50800"/>
                  </a:moveTo>
                  <a:lnTo>
                    <a:pt x="15138400" y="50800"/>
                  </a:lnTo>
                  <a:lnTo>
                    <a:pt x="15036800" y="50800"/>
                  </a:lnTo>
                  <a:close/>
                  <a:moveTo>
                    <a:pt x="15240000" y="50800"/>
                  </a:moveTo>
                  <a:lnTo>
                    <a:pt x="15341600" y="50800"/>
                  </a:lnTo>
                  <a:lnTo>
                    <a:pt x="15240000" y="50800"/>
                  </a:lnTo>
                  <a:close/>
                  <a:moveTo>
                    <a:pt x="15443200" y="50800"/>
                  </a:moveTo>
                  <a:lnTo>
                    <a:pt x="15544800" y="50800"/>
                  </a:lnTo>
                  <a:lnTo>
                    <a:pt x="15443200" y="50800"/>
                  </a:lnTo>
                  <a:close/>
                  <a:moveTo>
                    <a:pt x="15646400" y="50800"/>
                  </a:moveTo>
                  <a:lnTo>
                    <a:pt x="15748000" y="50800"/>
                  </a:lnTo>
                  <a:lnTo>
                    <a:pt x="15646400" y="50800"/>
                  </a:lnTo>
                  <a:close/>
                  <a:moveTo>
                    <a:pt x="15849600" y="50800"/>
                  </a:moveTo>
                  <a:lnTo>
                    <a:pt x="15951200" y="50800"/>
                  </a:lnTo>
                  <a:lnTo>
                    <a:pt x="15849600" y="50800"/>
                  </a:lnTo>
                  <a:close/>
                  <a:moveTo>
                    <a:pt x="16052800" y="50800"/>
                  </a:moveTo>
                  <a:lnTo>
                    <a:pt x="16154400" y="50800"/>
                  </a:lnTo>
                  <a:lnTo>
                    <a:pt x="16052800" y="50800"/>
                  </a:lnTo>
                  <a:close/>
                  <a:moveTo>
                    <a:pt x="16256000" y="50800"/>
                  </a:moveTo>
                  <a:lnTo>
                    <a:pt x="16357600" y="50800"/>
                  </a:lnTo>
                  <a:lnTo>
                    <a:pt x="16256000" y="50800"/>
                  </a:lnTo>
                  <a:close/>
                  <a:moveTo>
                    <a:pt x="16459200" y="50800"/>
                  </a:moveTo>
                  <a:lnTo>
                    <a:pt x="16560800" y="50800"/>
                  </a:lnTo>
                  <a:lnTo>
                    <a:pt x="16459200" y="50800"/>
                  </a:lnTo>
                  <a:close/>
                  <a:moveTo>
                    <a:pt x="16662400" y="50800"/>
                  </a:moveTo>
                  <a:lnTo>
                    <a:pt x="16764000" y="50800"/>
                  </a:lnTo>
                  <a:lnTo>
                    <a:pt x="16662400" y="50800"/>
                  </a:lnTo>
                  <a:close/>
                  <a:moveTo>
                    <a:pt x="16865600" y="50800"/>
                  </a:moveTo>
                  <a:lnTo>
                    <a:pt x="16967200" y="50800"/>
                  </a:lnTo>
                  <a:lnTo>
                    <a:pt x="16865600" y="50800"/>
                  </a:lnTo>
                  <a:close/>
                  <a:moveTo>
                    <a:pt x="17068800" y="50800"/>
                  </a:moveTo>
                  <a:lnTo>
                    <a:pt x="17170400" y="50800"/>
                  </a:lnTo>
                  <a:lnTo>
                    <a:pt x="17068800" y="50800"/>
                  </a:lnTo>
                  <a:close/>
                  <a:moveTo>
                    <a:pt x="17272000" y="50800"/>
                  </a:moveTo>
                  <a:lnTo>
                    <a:pt x="17373600" y="50800"/>
                  </a:lnTo>
                  <a:lnTo>
                    <a:pt x="17272000" y="50800"/>
                  </a:lnTo>
                  <a:close/>
                  <a:moveTo>
                    <a:pt x="17475200" y="50800"/>
                  </a:moveTo>
                  <a:lnTo>
                    <a:pt x="17576800" y="50800"/>
                  </a:lnTo>
                  <a:lnTo>
                    <a:pt x="17475200" y="50800"/>
                  </a:lnTo>
                  <a:close/>
                  <a:moveTo>
                    <a:pt x="17678400" y="50800"/>
                  </a:moveTo>
                  <a:lnTo>
                    <a:pt x="17780000" y="50800"/>
                  </a:lnTo>
                  <a:lnTo>
                    <a:pt x="17678400" y="50800"/>
                  </a:lnTo>
                  <a:close/>
                  <a:moveTo>
                    <a:pt x="17881600" y="50800"/>
                  </a:moveTo>
                  <a:lnTo>
                    <a:pt x="17983200" y="50800"/>
                  </a:lnTo>
                  <a:lnTo>
                    <a:pt x="17881600" y="50800"/>
                  </a:lnTo>
                  <a:close/>
                  <a:moveTo>
                    <a:pt x="18084800" y="50800"/>
                  </a:moveTo>
                  <a:lnTo>
                    <a:pt x="18186400" y="50800"/>
                  </a:lnTo>
                  <a:lnTo>
                    <a:pt x="18084800" y="50800"/>
                  </a:lnTo>
                  <a:close/>
                  <a:moveTo>
                    <a:pt x="18288000" y="50800"/>
                  </a:moveTo>
                  <a:lnTo>
                    <a:pt x="18389600" y="50800"/>
                  </a:lnTo>
                  <a:lnTo>
                    <a:pt x="18288000" y="50800"/>
                  </a:lnTo>
                  <a:close/>
                  <a:moveTo>
                    <a:pt x="18491200" y="50800"/>
                  </a:moveTo>
                  <a:lnTo>
                    <a:pt x="18592800" y="50800"/>
                  </a:lnTo>
                  <a:lnTo>
                    <a:pt x="18491200" y="50800"/>
                  </a:lnTo>
                  <a:close/>
                  <a:moveTo>
                    <a:pt x="18694400" y="50800"/>
                  </a:moveTo>
                  <a:lnTo>
                    <a:pt x="18796000" y="50800"/>
                  </a:lnTo>
                  <a:lnTo>
                    <a:pt x="18694400" y="50800"/>
                  </a:lnTo>
                  <a:close/>
                  <a:moveTo>
                    <a:pt x="18897600" y="50800"/>
                  </a:moveTo>
                  <a:lnTo>
                    <a:pt x="18999200" y="50800"/>
                  </a:lnTo>
                  <a:lnTo>
                    <a:pt x="18897600" y="50800"/>
                  </a:lnTo>
                  <a:close/>
                  <a:moveTo>
                    <a:pt x="19100800" y="50800"/>
                  </a:moveTo>
                  <a:lnTo>
                    <a:pt x="19202400" y="50800"/>
                  </a:lnTo>
                  <a:lnTo>
                    <a:pt x="19100800" y="50800"/>
                  </a:lnTo>
                  <a:close/>
                  <a:moveTo>
                    <a:pt x="19304000" y="50800"/>
                  </a:moveTo>
                  <a:lnTo>
                    <a:pt x="19405600" y="50800"/>
                  </a:lnTo>
                  <a:lnTo>
                    <a:pt x="19304000" y="50800"/>
                  </a:lnTo>
                  <a:close/>
                  <a:moveTo>
                    <a:pt x="19507200" y="50800"/>
                  </a:moveTo>
                  <a:lnTo>
                    <a:pt x="19608800" y="50800"/>
                  </a:lnTo>
                  <a:lnTo>
                    <a:pt x="19507200" y="50800"/>
                  </a:lnTo>
                  <a:close/>
                  <a:moveTo>
                    <a:pt x="19710400" y="50800"/>
                  </a:moveTo>
                  <a:lnTo>
                    <a:pt x="19812000" y="50800"/>
                  </a:lnTo>
                  <a:lnTo>
                    <a:pt x="19710400" y="50800"/>
                  </a:lnTo>
                  <a:close/>
                  <a:moveTo>
                    <a:pt x="19913600" y="50800"/>
                  </a:moveTo>
                  <a:lnTo>
                    <a:pt x="20015200" y="50800"/>
                  </a:lnTo>
                  <a:lnTo>
                    <a:pt x="19913600" y="50800"/>
                  </a:lnTo>
                  <a:close/>
                  <a:moveTo>
                    <a:pt x="20116800" y="50800"/>
                  </a:moveTo>
                  <a:lnTo>
                    <a:pt x="20218400" y="50800"/>
                  </a:lnTo>
                  <a:lnTo>
                    <a:pt x="20116800" y="50800"/>
                  </a:lnTo>
                  <a:close/>
                  <a:moveTo>
                    <a:pt x="20320000" y="50800"/>
                  </a:moveTo>
                  <a:lnTo>
                    <a:pt x="20421600" y="50800"/>
                  </a:lnTo>
                  <a:lnTo>
                    <a:pt x="20320000" y="50800"/>
                  </a:lnTo>
                  <a:close/>
                  <a:moveTo>
                    <a:pt x="20523200" y="50800"/>
                  </a:moveTo>
                  <a:lnTo>
                    <a:pt x="20624800" y="50800"/>
                  </a:lnTo>
                  <a:lnTo>
                    <a:pt x="20523200" y="508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53063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1782141" y="478155"/>
            <a:ext cx="12552734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4999">
                <a:solidFill>
                  <a:srgbClr val="153063"/>
                </a:solidFill>
                <a:latin typeface="Lora Bold"/>
              </a:rPr>
              <a:t>Estimasi Parameter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3518952" y="2887552"/>
            <a:ext cx="12813044" cy="5518257"/>
            <a:chOff x="0" y="0"/>
            <a:chExt cx="17084058" cy="7357676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17084058" cy="7357676"/>
              <a:chOff x="0" y="0"/>
              <a:chExt cx="4228507" cy="1821112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228507" cy="1821112"/>
              </a:xfrm>
              <a:custGeom>
                <a:avLst/>
                <a:gdLst/>
                <a:ahLst/>
                <a:cxnLst/>
                <a:rect l="l" t="t" r="r" b="b"/>
                <a:pathLst>
                  <a:path w="4228507" h="1821112">
                    <a:moveTo>
                      <a:pt x="30815" y="0"/>
                    </a:moveTo>
                    <a:lnTo>
                      <a:pt x="4197691" y="0"/>
                    </a:lnTo>
                    <a:cubicBezTo>
                      <a:pt x="4205864" y="0"/>
                      <a:pt x="4213702" y="3247"/>
                      <a:pt x="4219481" y="9026"/>
                    </a:cubicBezTo>
                    <a:cubicBezTo>
                      <a:pt x="4225260" y="14805"/>
                      <a:pt x="4228507" y="22643"/>
                      <a:pt x="4228507" y="30815"/>
                    </a:cubicBezTo>
                    <a:lnTo>
                      <a:pt x="4228507" y="1790297"/>
                    </a:lnTo>
                    <a:cubicBezTo>
                      <a:pt x="4228507" y="1807316"/>
                      <a:pt x="4214710" y="1821112"/>
                      <a:pt x="4197691" y="1821112"/>
                    </a:cubicBezTo>
                    <a:lnTo>
                      <a:pt x="30815" y="1821112"/>
                    </a:lnTo>
                    <a:cubicBezTo>
                      <a:pt x="22643" y="1821112"/>
                      <a:pt x="14805" y="1817866"/>
                      <a:pt x="9026" y="1812086"/>
                    </a:cubicBezTo>
                    <a:cubicBezTo>
                      <a:pt x="3247" y="1806308"/>
                      <a:pt x="0" y="1798469"/>
                      <a:pt x="0" y="1790297"/>
                    </a:cubicBezTo>
                    <a:lnTo>
                      <a:pt x="0" y="30815"/>
                    </a:lnTo>
                    <a:cubicBezTo>
                      <a:pt x="0" y="13796"/>
                      <a:pt x="13796" y="0"/>
                      <a:pt x="30815" y="0"/>
                    </a:cubicBezTo>
                    <a:close/>
                  </a:path>
                </a:pathLst>
              </a:custGeom>
              <a:solidFill>
                <a:srgbClr val="B2CCCB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66675"/>
                <a:ext cx="4228507" cy="1887787"/>
              </a:xfrm>
              <a:prstGeom prst="rect">
                <a:avLst/>
              </a:prstGeom>
            </p:spPr>
            <p:txBody>
              <a:bodyPr lIns="40542" tIns="40542" rIns="40542" bIns="40542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678482" y="429092"/>
              <a:ext cx="15676294" cy="6434667"/>
            </a:xfrm>
            <a:custGeom>
              <a:avLst/>
              <a:gdLst/>
              <a:ahLst/>
              <a:cxnLst/>
              <a:rect l="l" t="t" r="r" b="b"/>
              <a:pathLst>
                <a:path w="15676294" h="6434667">
                  <a:moveTo>
                    <a:pt x="0" y="0"/>
                  </a:moveTo>
                  <a:lnTo>
                    <a:pt x="15676294" y="0"/>
                  </a:lnTo>
                  <a:lnTo>
                    <a:pt x="15676294" y="6434667"/>
                  </a:lnTo>
                  <a:lnTo>
                    <a:pt x="0" y="6434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7468" y="0"/>
            <a:ext cx="1076168" cy="10287000"/>
            <a:chOff x="0" y="0"/>
            <a:chExt cx="143489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34846" cy="13716000"/>
            </a:xfrm>
            <a:custGeom>
              <a:avLst/>
              <a:gdLst/>
              <a:ahLst/>
              <a:cxnLst/>
              <a:rect l="l" t="t" r="r" b="b"/>
              <a:pathLst>
                <a:path w="1434846" h="13716000">
                  <a:moveTo>
                    <a:pt x="0" y="0"/>
                  </a:moveTo>
                  <a:lnTo>
                    <a:pt x="1434846" y="0"/>
                  </a:lnTo>
                  <a:lnTo>
                    <a:pt x="1434846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88402" r="-588405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028700" y="621030"/>
            <a:ext cx="18382936" cy="12977009"/>
          </a:xfrm>
          <a:custGeom>
            <a:avLst/>
            <a:gdLst/>
            <a:ahLst/>
            <a:cxnLst/>
            <a:rect l="l" t="t" r="r" b="b"/>
            <a:pathLst>
              <a:path w="18382936" h="12977009">
                <a:moveTo>
                  <a:pt x="0" y="0"/>
                </a:moveTo>
                <a:lnTo>
                  <a:pt x="18382936" y="0"/>
                </a:lnTo>
                <a:lnTo>
                  <a:pt x="18382936" y="12977009"/>
                </a:lnTo>
                <a:lnTo>
                  <a:pt x="0" y="129770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782141" y="478155"/>
            <a:ext cx="5777757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4999">
                <a:solidFill>
                  <a:srgbClr val="153063"/>
                </a:solidFill>
                <a:latin typeface="Lora Bold"/>
              </a:rPr>
              <a:t>Kesimpulan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746558" y="3296424"/>
            <a:ext cx="12794883" cy="427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53063"/>
                </a:solidFill>
                <a:latin typeface="Poppins"/>
              </a:rPr>
              <a:t>PDRB konstan per kapita dimodelkan dengan </a:t>
            </a:r>
            <a:r>
              <a:rPr lang="en-US" sz="3000">
                <a:solidFill>
                  <a:srgbClr val="153063"/>
                </a:solidFill>
                <a:latin typeface="Poppins Bold"/>
              </a:rPr>
              <a:t>analisis GWPR</a:t>
            </a:r>
            <a:r>
              <a:rPr lang="en-US" sz="3000">
                <a:solidFill>
                  <a:srgbClr val="153063"/>
                </a:solidFill>
                <a:latin typeface="Poppins"/>
              </a:rPr>
              <a:t>  fungsi pembobot </a:t>
            </a:r>
            <a:r>
              <a:rPr lang="en-US" sz="3000">
                <a:solidFill>
                  <a:srgbClr val="153063"/>
                </a:solidFill>
                <a:latin typeface="Poppins Bold"/>
              </a:rPr>
              <a:t>fixed exponential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53063"/>
                </a:solidFill>
                <a:latin typeface="Poppins"/>
              </a:rPr>
              <a:t>Setiap daerah memiliki variabel berpengaruh </a:t>
            </a:r>
            <a:r>
              <a:rPr lang="en-US" sz="3000">
                <a:solidFill>
                  <a:srgbClr val="153063"/>
                </a:solidFill>
                <a:latin typeface="Poppins Bold"/>
              </a:rPr>
              <a:t>signifikan</a:t>
            </a:r>
            <a:r>
              <a:rPr lang="en-US" sz="3000">
                <a:solidFill>
                  <a:srgbClr val="153063"/>
                </a:solidFill>
                <a:latin typeface="Poppins"/>
              </a:rPr>
              <a:t> yang </a:t>
            </a:r>
            <a:r>
              <a:rPr lang="en-US" sz="3000">
                <a:solidFill>
                  <a:srgbClr val="153063"/>
                </a:solidFill>
                <a:latin typeface="Poppins Bold"/>
              </a:rPr>
              <a:t>berbeda</a:t>
            </a:r>
            <a:r>
              <a:rPr lang="en-US" sz="3000">
                <a:solidFill>
                  <a:srgbClr val="153063"/>
                </a:solidFill>
                <a:latin typeface="Poppins"/>
              </a:rPr>
              <a:t> 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53063"/>
                </a:solidFill>
                <a:latin typeface="Poppins"/>
              </a:rPr>
              <a:t> Koefisien determinasi (</a:t>
            </a:r>
            <a:r>
              <a:rPr lang="en-US" sz="3000">
                <a:solidFill>
                  <a:srgbClr val="153063"/>
                </a:solidFill>
                <a:latin typeface="Poppins Bold"/>
                <a:ea typeface="Poppins Bold"/>
              </a:rPr>
              <a:t>𝑅2</a:t>
            </a:r>
            <a:r>
              <a:rPr lang="en-US" sz="3000">
                <a:solidFill>
                  <a:srgbClr val="153063"/>
                </a:solidFill>
                <a:latin typeface="Poppins"/>
              </a:rPr>
              <a:t> ) rata rata sebesar </a:t>
            </a:r>
            <a:r>
              <a:rPr lang="en-US" sz="3000">
                <a:solidFill>
                  <a:srgbClr val="153063"/>
                </a:solidFill>
                <a:latin typeface="Poppins Bold"/>
              </a:rPr>
              <a:t>97,00%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53063"/>
                </a:solidFill>
                <a:latin typeface="Poppins Bold"/>
              </a:rPr>
              <a:t>Arah</a:t>
            </a:r>
            <a:r>
              <a:rPr lang="en-US" sz="3000">
                <a:solidFill>
                  <a:srgbClr val="153063"/>
                </a:solidFill>
                <a:latin typeface="Poppins"/>
              </a:rPr>
              <a:t> pengaruh variabel signifikan terhadap PDRB konstan per kapita untuk setiap daerah </a:t>
            </a:r>
            <a:r>
              <a:rPr lang="en-US" sz="3000">
                <a:solidFill>
                  <a:srgbClr val="153063"/>
                </a:solidFill>
                <a:latin typeface="Poppins Bold"/>
              </a:rPr>
              <a:t>berbeda beda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153063"/>
              </a:solidFill>
              <a:latin typeface="Poppins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763091" y="1856231"/>
            <a:ext cx="15515259" cy="38100"/>
            <a:chOff x="0" y="0"/>
            <a:chExt cx="20687012" cy="50800"/>
          </a:xfrm>
        </p:grpSpPr>
        <p:sp>
          <p:nvSpPr>
            <p:cNvPr id="8" name="Freeform 8"/>
            <p:cNvSpPr/>
            <p:nvPr/>
          </p:nvSpPr>
          <p:spPr>
            <a:xfrm>
              <a:off x="25400" y="0"/>
              <a:ext cx="20624800" cy="50800"/>
            </a:xfrm>
            <a:custGeom>
              <a:avLst/>
              <a:gdLst/>
              <a:ahLst/>
              <a:cxnLst/>
              <a:rect l="l" t="t" r="r" b="b"/>
              <a:pathLst>
                <a:path w="20624800" h="50800">
                  <a:moveTo>
                    <a:pt x="203200" y="0"/>
                  </a:moveTo>
                  <a:lnTo>
                    <a:pt x="304800" y="0"/>
                  </a:lnTo>
                  <a:lnTo>
                    <a:pt x="304800" y="50800"/>
                  </a:lnTo>
                  <a:lnTo>
                    <a:pt x="203200" y="50800"/>
                  </a:lnTo>
                  <a:close/>
                  <a:moveTo>
                    <a:pt x="406400" y="0"/>
                  </a:moveTo>
                  <a:lnTo>
                    <a:pt x="508000" y="0"/>
                  </a:lnTo>
                  <a:lnTo>
                    <a:pt x="508000" y="50800"/>
                  </a:lnTo>
                  <a:lnTo>
                    <a:pt x="406400" y="50800"/>
                  </a:lnTo>
                  <a:close/>
                  <a:moveTo>
                    <a:pt x="609600" y="0"/>
                  </a:moveTo>
                  <a:lnTo>
                    <a:pt x="711200" y="0"/>
                  </a:lnTo>
                  <a:lnTo>
                    <a:pt x="711200" y="50800"/>
                  </a:lnTo>
                  <a:lnTo>
                    <a:pt x="609600" y="50800"/>
                  </a:lnTo>
                  <a:close/>
                  <a:moveTo>
                    <a:pt x="812800" y="0"/>
                  </a:moveTo>
                  <a:lnTo>
                    <a:pt x="914400" y="0"/>
                  </a:lnTo>
                  <a:lnTo>
                    <a:pt x="914400" y="50800"/>
                  </a:lnTo>
                  <a:lnTo>
                    <a:pt x="812800" y="50800"/>
                  </a:lnTo>
                  <a:close/>
                  <a:moveTo>
                    <a:pt x="1016000" y="0"/>
                  </a:moveTo>
                  <a:lnTo>
                    <a:pt x="1117600" y="0"/>
                  </a:lnTo>
                  <a:lnTo>
                    <a:pt x="1117600" y="50800"/>
                  </a:lnTo>
                  <a:lnTo>
                    <a:pt x="1016000" y="50800"/>
                  </a:lnTo>
                  <a:close/>
                  <a:moveTo>
                    <a:pt x="1219200" y="0"/>
                  </a:moveTo>
                  <a:lnTo>
                    <a:pt x="1320800" y="0"/>
                  </a:lnTo>
                  <a:lnTo>
                    <a:pt x="1320800" y="50800"/>
                  </a:lnTo>
                  <a:lnTo>
                    <a:pt x="1219200" y="50800"/>
                  </a:lnTo>
                  <a:close/>
                  <a:moveTo>
                    <a:pt x="1422400" y="50800"/>
                  </a:moveTo>
                  <a:lnTo>
                    <a:pt x="1524000" y="50800"/>
                  </a:lnTo>
                  <a:lnTo>
                    <a:pt x="1422400" y="50800"/>
                  </a:lnTo>
                  <a:close/>
                  <a:moveTo>
                    <a:pt x="1625600" y="50800"/>
                  </a:moveTo>
                  <a:lnTo>
                    <a:pt x="1727200" y="50800"/>
                  </a:lnTo>
                  <a:lnTo>
                    <a:pt x="1625600" y="50800"/>
                  </a:lnTo>
                  <a:close/>
                  <a:moveTo>
                    <a:pt x="1828800" y="50800"/>
                  </a:moveTo>
                  <a:lnTo>
                    <a:pt x="1930400" y="50800"/>
                  </a:lnTo>
                  <a:lnTo>
                    <a:pt x="1828800" y="50800"/>
                  </a:lnTo>
                  <a:close/>
                  <a:moveTo>
                    <a:pt x="2032000" y="50800"/>
                  </a:moveTo>
                  <a:lnTo>
                    <a:pt x="2133600" y="50800"/>
                  </a:lnTo>
                  <a:lnTo>
                    <a:pt x="2032000" y="50800"/>
                  </a:lnTo>
                  <a:close/>
                  <a:moveTo>
                    <a:pt x="2235200" y="50800"/>
                  </a:moveTo>
                  <a:lnTo>
                    <a:pt x="2336800" y="50800"/>
                  </a:lnTo>
                  <a:lnTo>
                    <a:pt x="2235200" y="50800"/>
                  </a:lnTo>
                  <a:close/>
                  <a:moveTo>
                    <a:pt x="2438400" y="50800"/>
                  </a:moveTo>
                  <a:lnTo>
                    <a:pt x="2540000" y="50800"/>
                  </a:lnTo>
                  <a:lnTo>
                    <a:pt x="2438400" y="50800"/>
                  </a:lnTo>
                  <a:close/>
                  <a:moveTo>
                    <a:pt x="2641600" y="50800"/>
                  </a:moveTo>
                  <a:lnTo>
                    <a:pt x="2743200" y="50800"/>
                  </a:lnTo>
                  <a:lnTo>
                    <a:pt x="2641600" y="50800"/>
                  </a:lnTo>
                  <a:close/>
                  <a:moveTo>
                    <a:pt x="2844800" y="50800"/>
                  </a:moveTo>
                  <a:lnTo>
                    <a:pt x="2946400" y="50800"/>
                  </a:lnTo>
                  <a:lnTo>
                    <a:pt x="2844800" y="50800"/>
                  </a:lnTo>
                  <a:close/>
                  <a:moveTo>
                    <a:pt x="3048000" y="50800"/>
                  </a:moveTo>
                  <a:lnTo>
                    <a:pt x="3149600" y="50800"/>
                  </a:lnTo>
                  <a:lnTo>
                    <a:pt x="3048000" y="50800"/>
                  </a:lnTo>
                  <a:close/>
                  <a:moveTo>
                    <a:pt x="3251200" y="50800"/>
                  </a:moveTo>
                  <a:lnTo>
                    <a:pt x="3352800" y="50800"/>
                  </a:lnTo>
                  <a:lnTo>
                    <a:pt x="3251200" y="50800"/>
                  </a:lnTo>
                  <a:close/>
                  <a:moveTo>
                    <a:pt x="3454400" y="50800"/>
                  </a:moveTo>
                  <a:lnTo>
                    <a:pt x="3556000" y="50800"/>
                  </a:lnTo>
                  <a:lnTo>
                    <a:pt x="3454400" y="50800"/>
                  </a:lnTo>
                  <a:close/>
                  <a:moveTo>
                    <a:pt x="3657600" y="50800"/>
                  </a:moveTo>
                  <a:lnTo>
                    <a:pt x="3759200" y="50800"/>
                  </a:lnTo>
                  <a:lnTo>
                    <a:pt x="3657600" y="50800"/>
                  </a:lnTo>
                  <a:close/>
                  <a:moveTo>
                    <a:pt x="3860800" y="50800"/>
                  </a:moveTo>
                  <a:lnTo>
                    <a:pt x="3962400" y="50800"/>
                  </a:lnTo>
                  <a:lnTo>
                    <a:pt x="3860800" y="50800"/>
                  </a:lnTo>
                  <a:close/>
                  <a:moveTo>
                    <a:pt x="4064000" y="50800"/>
                  </a:moveTo>
                  <a:lnTo>
                    <a:pt x="4165600" y="50800"/>
                  </a:lnTo>
                  <a:lnTo>
                    <a:pt x="4064000" y="50800"/>
                  </a:lnTo>
                  <a:close/>
                  <a:moveTo>
                    <a:pt x="4267200" y="50800"/>
                  </a:moveTo>
                  <a:lnTo>
                    <a:pt x="4368800" y="50800"/>
                  </a:lnTo>
                  <a:lnTo>
                    <a:pt x="4267200" y="50800"/>
                  </a:lnTo>
                  <a:close/>
                  <a:moveTo>
                    <a:pt x="4470400" y="50800"/>
                  </a:moveTo>
                  <a:lnTo>
                    <a:pt x="4572000" y="50800"/>
                  </a:lnTo>
                  <a:lnTo>
                    <a:pt x="4470400" y="50800"/>
                  </a:lnTo>
                  <a:close/>
                  <a:moveTo>
                    <a:pt x="4673600" y="50800"/>
                  </a:moveTo>
                  <a:lnTo>
                    <a:pt x="4775200" y="50800"/>
                  </a:lnTo>
                  <a:lnTo>
                    <a:pt x="4673600" y="50800"/>
                  </a:lnTo>
                  <a:close/>
                  <a:moveTo>
                    <a:pt x="4876800" y="50800"/>
                  </a:moveTo>
                  <a:lnTo>
                    <a:pt x="4978400" y="50800"/>
                  </a:lnTo>
                  <a:lnTo>
                    <a:pt x="4876800" y="50800"/>
                  </a:lnTo>
                  <a:close/>
                  <a:moveTo>
                    <a:pt x="5080000" y="50800"/>
                  </a:moveTo>
                  <a:lnTo>
                    <a:pt x="5181600" y="50800"/>
                  </a:lnTo>
                  <a:lnTo>
                    <a:pt x="5080000" y="50800"/>
                  </a:lnTo>
                  <a:close/>
                  <a:moveTo>
                    <a:pt x="5283200" y="50800"/>
                  </a:moveTo>
                  <a:lnTo>
                    <a:pt x="5384800" y="50800"/>
                  </a:lnTo>
                  <a:lnTo>
                    <a:pt x="5283200" y="50800"/>
                  </a:lnTo>
                  <a:close/>
                  <a:moveTo>
                    <a:pt x="5486400" y="50800"/>
                  </a:moveTo>
                  <a:lnTo>
                    <a:pt x="5588000" y="50800"/>
                  </a:lnTo>
                  <a:lnTo>
                    <a:pt x="5486400" y="50800"/>
                  </a:lnTo>
                  <a:close/>
                  <a:moveTo>
                    <a:pt x="5689600" y="50800"/>
                  </a:moveTo>
                  <a:lnTo>
                    <a:pt x="5791200" y="50800"/>
                  </a:lnTo>
                  <a:lnTo>
                    <a:pt x="5689600" y="50800"/>
                  </a:lnTo>
                  <a:close/>
                  <a:moveTo>
                    <a:pt x="5892800" y="50800"/>
                  </a:moveTo>
                  <a:lnTo>
                    <a:pt x="5994400" y="50800"/>
                  </a:lnTo>
                  <a:lnTo>
                    <a:pt x="5892800" y="50800"/>
                  </a:lnTo>
                  <a:close/>
                  <a:moveTo>
                    <a:pt x="6096000" y="50800"/>
                  </a:moveTo>
                  <a:lnTo>
                    <a:pt x="6197600" y="50800"/>
                  </a:lnTo>
                  <a:lnTo>
                    <a:pt x="6096000" y="50800"/>
                  </a:lnTo>
                  <a:close/>
                  <a:moveTo>
                    <a:pt x="6299200" y="50800"/>
                  </a:moveTo>
                  <a:lnTo>
                    <a:pt x="6400800" y="50800"/>
                  </a:lnTo>
                  <a:lnTo>
                    <a:pt x="6299200" y="50800"/>
                  </a:lnTo>
                  <a:close/>
                  <a:moveTo>
                    <a:pt x="6502400" y="50800"/>
                  </a:moveTo>
                  <a:lnTo>
                    <a:pt x="6604000" y="50800"/>
                  </a:lnTo>
                  <a:lnTo>
                    <a:pt x="6502400" y="50800"/>
                  </a:lnTo>
                  <a:close/>
                  <a:moveTo>
                    <a:pt x="6705600" y="50800"/>
                  </a:moveTo>
                  <a:lnTo>
                    <a:pt x="6807200" y="50800"/>
                  </a:lnTo>
                  <a:lnTo>
                    <a:pt x="6705600" y="50800"/>
                  </a:lnTo>
                  <a:close/>
                  <a:moveTo>
                    <a:pt x="6908800" y="50800"/>
                  </a:moveTo>
                  <a:lnTo>
                    <a:pt x="7010400" y="50800"/>
                  </a:lnTo>
                  <a:lnTo>
                    <a:pt x="6908800" y="50800"/>
                  </a:lnTo>
                  <a:close/>
                  <a:moveTo>
                    <a:pt x="7112000" y="50800"/>
                  </a:moveTo>
                  <a:lnTo>
                    <a:pt x="7213600" y="50800"/>
                  </a:lnTo>
                  <a:lnTo>
                    <a:pt x="7112000" y="50800"/>
                  </a:lnTo>
                  <a:close/>
                  <a:moveTo>
                    <a:pt x="7315200" y="50800"/>
                  </a:moveTo>
                  <a:lnTo>
                    <a:pt x="7416800" y="50800"/>
                  </a:lnTo>
                  <a:lnTo>
                    <a:pt x="7315200" y="50800"/>
                  </a:lnTo>
                  <a:close/>
                  <a:moveTo>
                    <a:pt x="7518400" y="50800"/>
                  </a:moveTo>
                  <a:lnTo>
                    <a:pt x="7620000" y="50800"/>
                  </a:lnTo>
                  <a:lnTo>
                    <a:pt x="7518400" y="50800"/>
                  </a:lnTo>
                  <a:close/>
                  <a:moveTo>
                    <a:pt x="7721600" y="50800"/>
                  </a:moveTo>
                  <a:lnTo>
                    <a:pt x="7823200" y="50800"/>
                  </a:lnTo>
                  <a:lnTo>
                    <a:pt x="7721600" y="50800"/>
                  </a:lnTo>
                  <a:close/>
                  <a:moveTo>
                    <a:pt x="7924800" y="50800"/>
                  </a:moveTo>
                  <a:lnTo>
                    <a:pt x="8026400" y="50800"/>
                  </a:lnTo>
                  <a:lnTo>
                    <a:pt x="7924800" y="50800"/>
                  </a:lnTo>
                  <a:close/>
                  <a:moveTo>
                    <a:pt x="8128000" y="50800"/>
                  </a:moveTo>
                  <a:lnTo>
                    <a:pt x="8229600" y="50800"/>
                  </a:lnTo>
                  <a:lnTo>
                    <a:pt x="8128000" y="50800"/>
                  </a:lnTo>
                  <a:close/>
                  <a:moveTo>
                    <a:pt x="8331200" y="50800"/>
                  </a:moveTo>
                  <a:lnTo>
                    <a:pt x="8432800" y="50800"/>
                  </a:lnTo>
                  <a:lnTo>
                    <a:pt x="8331200" y="50800"/>
                  </a:lnTo>
                  <a:close/>
                  <a:moveTo>
                    <a:pt x="8534400" y="50800"/>
                  </a:moveTo>
                  <a:lnTo>
                    <a:pt x="8636000" y="50800"/>
                  </a:lnTo>
                  <a:lnTo>
                    <a:pt x="8534400" y="50800"/>
                  </a:lnTo>
                  <a:close/>
                  <a:moveTo>
                    <a:pt x="8737600" y="50800"/>
                  </a:moveTo>
                  <a:lnTo>
                    <a:pt x="8839200" y="50800"/>
                  </a:lnTo>
                  <a:lnTo>
                    <a:pt x="8737600" y="50800"/>
                  </a:lnTo>
                  <a:close/>
                  <a:moveTo>
                    <a:pt x="8940800" y="50800"/>
                  </a:moveTo>
                  <a:lnTo>
                    <a:pt x="9042400" y="50800"/>
                  </a:lnTo>
                  <a:lnTo>
                    <a:pt x="8940800" y="50800"/>
                  </a:lnTo>
                  <a:close/>
                  <a:moveTo>
                    <a:pt x="9144000" y="50800"/>
                  </a:moveTo>
                  <a:lnTo>
                    <a:pt x="9245600" y="50800"/>
                  </a:lnTo>
                  <a:lnTo>
                    <a:pt x="9144000" y="50800"/>
                  </a:lnTo>
                  <a:close/>
                  <a:moveTo>
                    <a:pt x="9347200" y="50800"/>
                  </a:moveTo>
                  <a:lnTo>
                    <a:pt x="9448800" y="50800"/>
                  </a:lnTo>
                  <a:lnTo>
                    <a:pt x="9347200" y="50800"/>
                  </a:lnTo>
                  <a:close/>
                  <a:moveTo>
                    <a:pt x="9550400" y="50800"/>
                  </a:moveTo>
                  <a:lnTo>
                    <a:pt x="9652000" y="50800"/>
                  </a:lnTo>
                  <a:lnTo>
                    <a:pt x="9550400" y="50800"/>
                  </a:lnTo>
                  <a:close/>
                  <a:moveTo>
                    <a:pt x="9753600" y="50800"/>
                  </a:moveTo>
                  <a:lnTo>
                    <a:pt x="9855200" y="50800"/>
                  </a:lnTo>
                  <a:lnTo>
                    <a:pt x="9753600" y="50800"/>
                  </a:lnTo>
                  <a:close/>
                  <a:moveTo>
                    <a:pt x="9956800" y="50800"/>
                  </a:moveTo>
                  <a:lnTo>
                    <a:pt x="10058400" y="50800"/>
                  </a:lnTo>
                  <a:lnTo>
                    <a:pt x="9956800" y="50800"/>
                  </a:lnTo>
                  <a:close/>
                  <a:moveTo>
                    <a:pt x="10160000" y="50800"/>
                  </a:moveTo>
                  <a:lnTo>
                    <a:pt x="10261600" y="50800"/>
                  </a:lnTo>
                  <a:lnTo>
                    <a:pt x="10160000" y="50800"/>
                  </a:lnTo>
                  <a:close/>
                  <a:moveTo>
                    <a:pt x="10363200" y="50800"/>
                  </a:moveTo>
                  <a:lnTo>
                    <a:pt x="10464800" y="50800"/>
                  </a:lnTo>
                  <a:lnTo>
                    <a:pt x="10363200" y="50800"/>
                  </a:lnTo>
                  <a:close/>
                  <a:moveTo>
                    <a:pt x="10566400" y="50800"/>
                  </a:moveTo>
                  <a:lnTo>
                    <a:pt x="10668000" y="50800"/>
                  </a:lnTo>
                  <a:lnTo>
                    <a:pt x="10566400" y="50800"/>
                  </a:lnTo>
                  <a:close/>
                  <a:moveTo>
                    <a:pt x="10769600" y="50800"/>
                  </a:moveTo>
                  <a:lnTo>
                    <a:pt x="10871200" y="50800"/>
                  </a:lnTo>
                  <a:lnTo>
                    <a:pt x="10769600" y="50800"/>
                  </a:lnTo>
                  <a:close/>
                  <a:moveTo>
                    <a:pt x="10972800" y="50800"/>
                  </a:moveTo>
                  <a:lnTo>
                    <a:pt x="11074400" y="50800"/>
                  </a:lnTo>
                  <a:lnTo>
                    <a:pt x="10972800" y="50800"/>
                  </a:lnTo>
                  <a:close/>
                  <a:moveTo>
                    <a:pt x="11176000" y="50800"/>
                  </a:moveTo>
                  <a:lnTo>
                    <a:pt x="11277600" y="50800"/>
                  </a:lnTo>
                  <a:lnTo>
                    <a:pt x="11176000" y="50800"/>
                  </a:lnTo>
                  <a:close/>
                  <a:moveTo>
                    <a:pt x="11379200" y="50800"/>
                  </a:moveTo>
                  <a:lnTo>
                    <a:pt x="11480800" y="50800"/>
                  </a:lnTo>
                  <a:lnTo>
                    <a:pt x="11379200" y="50800"/>
                  </a:lnTo>
                  <a:close/>
                  <a:moveTo>
                    <a:pt x="11582400" y="50800"/>
                  </a:moveTo>
                  <a:lnTo>
                    <a:pt x="11684000" y="50800"/>
                  </a:lnTo>
                  <a:lnTo>
                    <a:pt x="11582400" y="50800"/>
                  </a:lnTo>
                  <a:close/>
                  <a:moveTo>
                    <a:pt x="11785600" y="50800"/>
                  </a:moveTo>
                  <a:lnTo>
                    <a:pt x="11887200" y="50800"/>
                  </a:lnTo>
                  <a:lnTo>
                    <a:pt x="11785600" y="50800"/>
                  </a:lnTo>
                  <a:close/>
                  <a:moveTo>
                    <a:pt x="11988800" y="50800"/>
                  </a:moveTo>
                  <a:lnTo>
                    <a:pt x="12090400" y="50800"/>
                  </a:lnTo>
                  <a:lnTo>
                    <a:pt x="11988800" y="50800"/>
                  </a:lnTo>
                  <a:close/>
                  <a:moveTo>
                    <a:pt x="12192000" y="50800"/>
                  </a:moveTo>
                  <a:lnTo>
                    <a:pt x="12293600" y="50800"/>
                  </a:lnTo>
                  <a:lnTo>
                    <a:pt x="12192000" y="50800"/>
                  </a:lnTo>
                  <a:close/>
                  <a:moveTo>
                    <a:pt x="12395200" y="50800"/>
                  </a:moveTo>
                  <a:lnTo>
                    <a:pt x="12496800" y="50800"/>
                  </a:lnTo>
                  <a:lnTo>
                    <a:pt x="12395200" y="50800"/>
                  </a:lnTo>
                  <a:close/>
                  <a:moveTo>
                    <a:pt x="12598400" y="50800"/>
                  </a:moveTo>
                  <a:lnTo>
                    <a:pt x="12700000" y="50800"/>
                  </a:lnTo>
                  <a:lnTo>
                    <a:pt x="12598400" y="50800"/>
                  </a:lnTo>
                  <a:close/>
                  <a:moveTo>
                    <a:pt x="12801600" y="50800"/>
                  </a:moveTo>
                  <a:lnTo>
                    <a:pt x="12903200" y="50800"/>
                  </a:lnTo>
                  <a:lnTo>
                    <a:pt x="12801600" y="50800"/>
                  </a:lnTo>
                  <a:close/>
                  <a:moveTo>
                    <a:pt x="13004800" y="50800"/>
                  </a:moveTo>
                  <a:lnTo>
                    <a:pt x="13106400" y="50800"/>
                  </a:lnTo>
                  <a:lnTo>
                    <a:pt x="13004800" y="50800"/>
                  </a:lnTo>
                  <a:close/>
                  <a:moveTo>
                    <a:pt x="13208000" y="50800"/>
                  </a:moveTo>
                  <a:lnTo>
                    <a:pt x="13309600" y="50800"/>
                  </a:lnTo>
                  <a:lnTo>
                    <a:pt x="13208000" y="50800"/>
                  </a:lnTo>
                  <a:close/>
                  <a:moveTo>
                    <a:pt x="13411200" y="50800"/>
                  </a:moveTo>
                  <a:lnTo>
                    <a:pt x="13512800" y="50800"/>
                  </a:lnTo>
                  <a:lnTo>
                    <a:pt x="13411200" y="50800"/>
                  </a:lnTo>
                  <a:close/>
                  <a:moveTo>
                    <a:pt x="13614400" y="50800"/>
                  </a:moveTo>
                  <a:lnTo>
                    <a:pt x="13716000" y="50800"/>
                  </a:lnTo>
                  <a:lnTo>
                    <a:pt x="13614400" y="50800"/>
                  </a:lnTo>
                  <a:close/>
                  <a:moveTo>
                    <a:pt x="13817600" y="50800"/>
                  </a:moveTo>
                  <a:lnTo>
                    <a:pt x="13919200" y="50800"/>
                  </a:lnTo>
                  <a:lnTo>
                    <a:pt x="13817600" y="50800"/>
                  </a:lnTo>
                  <a:close/>
                  <a:moveTo>
                    <a:pt x="14020800" y="50800"/>
                  </a:moveTo>
                  <a:lnTo>
                    <a:pt x="14122400" y="50800"/>
                  </a:lnTo>
                  <a:lnTo>
                    <a:pt x="14020800" y="50800"/>
                  </a:lnTo>
                  <a:close/>
                  <a:moveTo>
                    <a:pt x="14224000" y="50800"/>
                  </a:moveTo>
                  <a:lnTo>
                    <a:pt x="14325600" y="50800"/>
                  </a:lnTo>
                  <a:lnTo>
                    <a:pt x="14224000" y="50800"/>
                  </a:lnTo>
                  <a:close/>
                  <a:moveTo>
                    <a:pt x="14427200" y="50800"/>
                  </a:moveTo>
                  <a:lnTo>
                    <a:pt x="14528800" y="50800"/>
                  </a:lnTo>
                  <a:lnTo>
                    <a:pt x="14427200" y="50800"/>
                  </a:lnTo>
                  <a:close/>
                  <a:moveTo>
                    <a:pt x="14630400" y="50800"/>
                  </a:moveTo>
                  <a:lnTo>
                    <a:pt x="14732000" y="50800"/>
                  </a:lnTo>
                  <a:lnTo>
                    <a:pt x="14630400" y="50800"/>
                  </a:lnTo>
                  <a:close/>
                  <a:moveTo>
                    <a:pt x="14833600" y="50800"/>
                  </a:moveTo>
                  <a:lnTo>
                    <a:pt x="14935200" y="50800"/>
                  </a:lnTo>
                  <a:lnTo>
                    <a:pt x="14833600" y="50800"/>
                  </a:lnTo>
                  <a:close/>
                  <a:moveTo>
                    <a:pt x="15036800" y="50800"/>
                  </a:moveTo>
                  <a:lnTo>
                    <a:pt x="15138400" y="50800"/>
                  </a:lnTo>
                  <a:lnTo>
                    <a:pt x="15036800" y="50800"/>
                  </a:lnTo>
                  <a:close/>
                  <a:moveTo>
                    <a:pt x="15240000" y="50800"/>
                  </a:moveTo>
                  <a:lnTo>
                    <a:pt x="15341600" y="50800"/>
                  </a:lnTo>
                  <a:lnTo>
                    <a:pt x="15240000" y="50800"/>
                  </a:lnTo>
                  <a:close/>
                  <a:moveTo>
                    <a:pt x="15443200" y="50800"/>
                  </a:moveTo>
                  <a:lnTo>
                    <a:pt x="15544800" y="50800"/>
                  </a:lnTo>
                  <a:lnTo>
                    <a:pt x="15443200" y="50800"/>
                  </a:lnTo>
                  <a:close/>
                  <a:moveTo>
                    <a:pt x="15646400" y="50800"/>
                  </a:moveTo>
                  <a:lnTo>
                    <a:pt x="15748000" y="50800"/>
                  </a:lnTo>
                  <a:lnTo>
                    <a:pt x="15646400" y="50800"/>
                  </a:lnTo>
                  <a:close/>
                  <a:moveTo>
                    <a:pt x="15849600" y="50800"/>
                  </a:moveTo>
                  <a:lnTo>
                    <a:pt x="15951200" y="50800"/>
                  </a:lnTo>
                  <a:lnTo>
                    <a:pt x="15849600" y="50800"/>
                  </a:lnTo>
                  <a:close/>
                  <a:moveTo>
                    <a:pt x="16052800" y="50800"/>
                  </a:moveTo>
                  <a:lnTo>
                    <a:pt x="16154400" y="50800"/>
                  </a:lnTo>
                  <a:lnTo>
                    <a:pt x="16052800" y="50800"/>
                  </a:lnTo>
                  <a:close/>
                  <a:moveTo>
                    <a:pt x="16256000" y="50800"/>
                  </a:moveTo>
                  <a:lnTo>
                    <a:pt x="16357600" y="50800"/>
                  </a:lnTo>
                  <a:lnTo>
                    <a:pt x="16256000" y="50800"/>
                  </a:lnTo>
                  <a:close/>
                  <a:moveTo>
                    <a:pt x="16459200" y="50800"/>
                  </a:moveTo>
                  <a:lnTo>
                    <a:pt x="16560800" y="50800"/>
                  </a:lnTo>
                  <a:lnTo>
                    <a:pt x="16459200" y="50800"/>
                  </a:lnTo>
                  <a:close/>
                  <a:moveTo>
                    <a:pt x="16662400" y="50800"/>
                  </a:moveTo>
                  <a:lnTo>
                    <a:pt x="16764000" y="50800"/>
                  </a:lnTo>
                  <a:lnTo>
                    <a:pt x="16662400" y="50800"/>
                  </a:lnTo>
                  <a:close/>
                  <a:moveTo>
                    <a:pt x="16865600" y="50800"/>
                  </a:moveTo>
                  <a:lnTo>
                    <a:pt x="16967200" y="50800"/>
                  </a:lnTo>
                  <a:lnTo>
                    <a:pt x="16865600" y="50800"/>
                  </a:lnTo>
                  <a:close/>
                  <a:moveTo>
                    <a:pt x="17068800" y="50800"/>
                  </a:moveTo>
                  <a:lnTo>
                    <a:pt x="17170400" y="50800"/>
                  </a:lnTo>
                  <a:lnTo>
                    <a:pt x="17068800" y="50800"/>
                  </a:lnTo>
                  <a:close/>
                  <a:moveTo>
                    <a:pt x="17272000" y="50800"/>
                  </a:moveTo>
                  <a:lnTo>
                    <a:pt x="17373600" y="50800"/>
                  </a:lnTo>
                  <a:lnTo>
                    <a:pt x="17272000" y="50800"/>
                  </a:lnTo>
                  <a:close/>
                  <a:moveTo>
                    <a:pt x="17475200" y="50800"/>
                  </a:moveTo>
                  <a:lnTo>
                    <a:pt x="17576800" y="50800"/>
                  </a:lnTo>
                  <a:lnTo>
                    <a:pt x="17475200" y="50800"/>
                  </a:lnTo>
                  <a:close/>
                  <a:moveTo>
                    <a:pt x="17678400" y="50800"/>
                  </a:moveTo>
                  <a:lnTo>
                    <a:pt x="17780000" y="50800"/>
                  </a:lnTo>
                  <a:lnTo>
                    <a:pt x="17678400" y="50800"/>
                  </a:lnTo>
                  <a:close/>
                  <a:moveTo>
                    <a:pt x="17881600" y="50800"/>
                  </a:moveTo>
                  <a:lnTo>
                    <a:pt x="17983200" y="50800"/>
                  </a:lnTo>
                  <a:lnTo>
                    <a:pt x="17881600" y="50800"/>
                  </a:lnTo>
                  <a:close/>
                  <a:moveTo>
                    <a:pt x="18084800" y="50800"/>
                  </a:moveTo>
                  <a:lnTo>
                    <a:pt x="18186400" y="50800"/>
                  </a:lnTo>
                  <a:lnTo>
                    <a:pt x="18084800" y="50800"/>
                  </a:lnTo>
                  <a:close/>
                  <a:moveTo>
                    <a:pt x="18288000" y="50800"/>
                  </a:moveTo>
                  <a:lnTo>
                    <a:pt x="18389600" y="50800"/>
                  </a:lnTo>
                  <a:lnTo>
                    <a:pt x="18288000" y="50800"/>
                  </a:lnTo>
                  <a:close/>
                  <a:moveTo>
                    <a:pt x="18491200" y="50800"/>
                  </a:moveTo>
                  <a:lnTo>
                    <a:pt x="18592800" y="50800"/>
                  </a:lnTo>
                  <a:lnTo>
                    <a:pt x="18491200" y="50800"/>
                  </a:lnTo>
                  <a:close/>
                  <a:moveTo>
                    <a:pt x="18694400" y="50800"/>
                  </a:moveTo>
                  <a:lnTo>
                    <a:pt x="18796000" y="50800"/>
                  </a:lnTo>
                  <a:lnTo>
                    <a:pt x="18694400" y="50800"/>
                  </a:lnTo>
                  <a:close/>
                  <a:moveTo>
                    <a:pt x="18897600" y="50800"/>
                  </a:moveTo>
                  <a:lnTo>
                    <a:pt x="18999200" y="50800"/>
                  </a:lnTo>
                  <a:lnTo>
                    <a:pt x="18897600" y="50800"/>
                  </a:lnTo>
                  <a:close/>
                  <a:moveTo>
                    <a:pt x="19100800" y="50800"/>
                  </a:moveTo>
                  <a:lnTo>
                    <a:pt x="19202400" y="50800"/>
                  </a:lnTo>
                  <a:lnTo>
                    <a:pt x="19100800" y="50800"/>
                  </a:lnTo>
                  <a:close/>
                  <a:moveTo>
                    <a:pt x="19304000" y="50800"/>
                  </a:moveTo>
                  <a:lnTo>
                    <a:pt x="19405600" y="50800"/>
                  </a:lnTo>
                  <a:lnTo>
                    <a:pt x="19304000" y="50800"/>
                  </a:lnTo>
                  <a:close/>
                  <a:moveTo>
                    <a:pt x="19507200" y="50800"/>
                  </a:moveTo>
                  <a:lnTo>
                    <a:pt x="19608800" y="50800"/>
                  </a:lnTo>
                  <a:lnTo>
                    <a:pt x="19507200" y="50800"/>
                  </a:lnTo>
                  <a:close/>
                  <a:moveTo>
                    <a:pt x="19710400" y="50800"/>
                  </a:moveTo>
                  <a:lnTo>
                    <a:pt x="19812000" y="50800"/>
                  </a:lnTo>
                  <a:lnTo>
                    <a:pt x="19710400" y="50800"/>
                  </a:lnTo>
                  <a:close/>
                  <a:moveTo>
                    <a:pt x="19913600" y="50800"/>
                  </a:moveTo>
                  <a:lnTo>
                    <a:pt x="20015200" y="50800"/>
                  </a:lnTo>
                  <a:lnTo>
                    <a:pt x="19913600" y="50800"/>
                  </a:lnTo>
                  <a:close/>
                  <a:moveTo>
                    <a:pt x="20116800" y="50800"/>
                  </a:moveTo>
                  <a:lnTo>
                    <a:pt x="20218400" y="50800"/>
                  </a:lnTo>
                  <a:lnTo>
                    <a:pt x="20116800" y="50800"/>
                  </a:lnTo>
                  <a:close/>
                  <a:moveTo>
                    <a:pt x="20320000" y="50800"/>
                  </a:moveTo>
                  <a:lnTo>
                    <a:pt x="20421600" y="50800"/>
                  </a:lnTo>
                  <a:lnTo>
                    <a:pt x="20320000" y="50800"/>
                  </a:lnTo>
                  <a:close/>
                  <a:moveTo>
                    <a:pt x="20523200" y="50800"/>
                  </a:moveTo>
                  <a:lnTo>
                    <a:pt x="20624800" y="50800"/>
                  </a:lnTo>
                  <a:lnTo>
                    <a:pt x="20523200" y="508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53063"/>
            </a:solidFill>
          </p:spPr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7468" y="0"/>
            <a:ext cx="1076168" cy="10287000"/>
            <a:chOff x="0" y="0"/>
            <a:chExt cx="143489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34846" cy="13716000"/>
            </a:xfrm>
            <a:custGeom>
              <a:avLst/>
              <a:gdLst/>
              <a:ahLst/>
              <a:cxnLst/>
              <a:rect l="l" t="t" r="r" b="b"/>
              <a:pathLst>
                <a:path w="1434846" h="13716000">
                  <a:moveTo>
                    <a:pt x="0" y="0"/>
                  </a:moveTo>
                  <a:lnTo>
                    <a:pt x="1434846" y="0"/>
                  </a:lnTo>
                  <a:lnTo>
                    <a:pt x="1434846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88402" r="-588405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028700" y="621030"/>
            <a:ext cx="18382936" cy="12977009"/>
          </a:xfrm>
          <a:custGeom>
            <a:avLst/>
            <a:gdLst/>
            <a:ahLst/>
            <a:cxnLst/>
            <a:rect l="l" t="t" r="r" b="b"/>
            <a:pathLst>
              <a:path w="18382936" h="12977009">
                <a:moveTo>
                  <a:pt x="0" y="0"/>
                </a:moveTo>
                <a:lnTo>
                  <a:pt x="18382936" y="0"/>
                </a:lnTo>
                <a:lnTo>
                  <a:pt x="18382936" y="12977009"/>
                </a:lnTo>
                <a:lnTo>
                  <a:pt x="0" y="129770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782141" y="478155"/>
            <a:ext cx="7738580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4999">
                <a:solidFill>
                  <a:srgbClr val="153063"/>
                </a:solidFill>
                <a:latin typeface="Lora Bold"/>
              </a:rPr>
              <a:t>Saran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84682" y="2086384"/>
            <a:ext cx="15922546" cy="7477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153063"/>
                </a:solidFill>
                <a:latin typeface="Poppins Bold"/>
              </a:rPr>
              <a:t>Saran Penelitian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53063"/>
                </a:solidFill>
                <a:latin typeface="Poppins"/>
              </a:rPr>
              <a:t>Membangun model </a:t>
            </a:r>
            <a:r>
              <a:rPr lang="en-US" sz="3000">
                <a:solidFill>
                  <a:srgbClr val="153063"/>
                </a:solidFill>
                <a:latin typeface="Poppins Bold"/>
              </a:rPr>
              <a:t>tanpa</a:t>
            </a:r>
            <a:r>
              <a:rPr lang="en-US" sz="3000">
                <a:solidFill>
                  <a:srgbClr val="153063"/>
                </a:solidFill>
                <a:latin typeface="Poppins"/>
              </a:rPr>
              <a:t> variabel </a:t>
            </a:r>
            <a:r>
              <a:rPr lang="en-US" sz="3000">
                <a:solidFill>
                  <a:srgbClr val="153063"/>
                </a:solidFill>
                <a:latin typeface="Poppins Bold"/>
              </a:rPr>
              <a:t>pendapatan</a:t>
            </a:r>
            <a:r>
              <a:rPr lang="en-US" sz="3000">
                <a:solidFill>
                  <a:srgbClr val="153063"/>
                </a:solidFill>
                <a:latin typeface="Poppins"/>
              </a:rPr>
              <a:t> dan </a:t>
            </a:r>
            <a:r>
              <a:rPr lang="en-US" sz="3000">
                <a:solidFill>
                  <a:srgbClr val="153063"/>
                </a:solidFill>
                <a:latin typeface="Poppins Bold"/>
              </a:rPr>
              <a:t>belanja 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53063"/>
                </a:solidFill>
                <a:latin typeface="Poppins"/>
              </a:rPr>
              <a:t>Mencoba metode </a:t>
            </a:r>
            <a:r>
              <a:rPr lang="en-US" sz="3000">
                <a:solidFill>
                  <a:srgbClr val="153063"/>
                </a:solidFill>
                <a:latin typeface="Poppins Bold"/>
              </a:rPr>
              <a:t>standarisasi</a:t>
            </a:r>
            <a:r>
              <a:rPr lang="en-US" sz="3000">
                <a:solidFill>
                  <a:srgbClr val="153063"/>
                </a:solidFill>
                <a:latin typeface="Poppins"/>
              </a:rPr>
              <a:t> lain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153063"/>
              </a:solidFill>
              <a:latin typeface="Poppins"/>
            </a:endParaRP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153063"/>
              </a:solidFill>
              <a:latin typeface="Poppins"/>
            </a:endParaRP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153063"/>
                </a:solidFill>
                <a:latin typeface="Poppins Bold"/>
              </a:rPr>
              <a:t>Saran Kebijakan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153063"/>
                </a:solidFill>
                <a:latin typeface="Poppins"/>
              </a:rPr>
              <a:t>Beberapa cara yang dapat dilakukan untuk meningkatkan PDRB konsan perkapita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53063"/>
                </a:solidFill>
                <a:latin typeface="Poppins"/>
              </a:rPr>
              <a:t>Mengurangi jumlah penduduk</a:t>
            </a:r>
            <a:r>
              <a:rPr lang="en-US" sz="3000">
                <a:solidFill>
                  <a:srgbClr val="153063"/>
                </a:solidFill>
                <a:latin typeface="Poppins Bold"/>
              </a:rPr>
              <a:t> miskin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153063"/>
                </a:solidFill>
                <a:latin typeface="Poppins"/>
              </a:rPr>
              <a:t>Jangka pendek --&gt; bansos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153063"/>
                </a:solidFill>
                <a:latin typeface="Poppins"/>
              </a:rPr>
              <a:t>Jangka panjang --&gt; pendidikan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53063"/>
                </a:solidFill>
                <a:latin typeface="Poppins"/>
              </a:rPr>
              <a:t>Meningkatkan </a:t>
            </a:r>
            <a:r>
              <a:rPr lang="en-US" sz="3000">
                <a:solidFill>
                  <a:srgbClr val="153063"/>
                </a:solidFill>
                <a:latin typeface="Poppins Bold"/>
              </a:rPr>
              <a:t>skill </a:t>
            </a:r>
            <a:r>
              <a:rPr lang="en-US" sz="3000">
                <a:solidFill>
                  <a:srgbClr val="153063"/>
                </a:solidFill>
                <a:latin typeface="Poppins"/>
              </a:rPr>
              <a:t>penduduk usia produktif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53063"/>
                </a:solidFill>
                <a:latin typeface="Poppins"/>
              </a:rPr>
              <a:t>Meningkatkan </a:t>
            </a:r>
            <a:r>
              <a:rPr lang="en-US" sz="3000">
                <a:solidFill>
                  <a:srgbClr val="153063"/>
                </a:solidFill>
                <a:latin typeface="Poppins Bold"/>
              </a:rPr>
              <a:t>penyerapan</a:t>
            </a:r>
            <a:r>
              <a:rPr lang="en-US" sz="3000">
                <a:solidFill>
                  <a:srgbClr val="153063"/>
                </a:solidFill>
                <a:latin typeface="Poppins"/>
              </a:rPr>
              <a:t> tenaga kerja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153063"/>
              </a:solidFill>
              <a:latin typeface="Poppins"/>
            </a:endParaRP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153063"/>
                </a:solidFill>
                <a:latin typeface="Poppins Italics"/>
              </a:rPr>
              <a:t>kebijakan </a:t>
            </a:r>
            <a:r>
              <a:rPr lang="en-US" sz="3000">
                <a:solidFill>
                  <a:srgbClr val="153063"/>
                </a:solidFill>
                <a:latin typeface="Poppins Bold Italics"/>
              </a:rPr>
              <a:t>disesuaikan</a:t>
            </a:r>
            <a:r>
              <a:rPr lang="en-US" sz="3000">
                <a:solidFill>
                  <a:srgbClr val="153063"/>
                </a:solidFill>
                <a:latin typeface="Poppins Italics"/>
              </a:rPr>
              <a:t> masing masing </a:t>
            </a:r>
            <a:r>
              <a:rPr lang="en-US" sz="3000">
                <a:solidFill>
                  <a:srgbClr val="153063"/>
                </a:solidFill>
                <a:latin typeface="Poppins Bold Italics"/>
              </a:rPr>
              <a:t>daerah</a:t>
            </a:r>
            <a:r>
              <a:rPr lang="en-US" sz="3000">
                <a:solidFill>
                  <a:srgbClr val="153063"/>
                </a:solidFill>
                <a:latin typeface="Poppins Italics"/>
              </a:rPr>
              <a:t> tergantung faktor yang signifikan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763091" y="1856231"/>
            <a:ext cx="15515259" cy="38100"/>
            <a:chOff x="0" y="0"/>
            <a:chExt cx="20687012" cy="50800"/>
          </a:xfrm>
        </p:grpSpPr>
        <p:sp>
          <p:nvSpPr>
            <p:cNvPr id="8" name="Freeform 8"/>
            <p:cNvSpPr/>
            <p:nvPr/>
          </p:nvSpPr>
          <p:spPr>
            <a:xfrm>
              <a:off x="25400" y="0"/>
              <a:ext cx="20624800" cy="50800"/>
            </a:xfrm>
            <a:custGeom>
              <a:avLst/>
              <a:gdLst/>
              <a:ahLst/>
              <a:cxnLst/>
              <a:rect l="l" t="t" r="r" b="b"/>
              <a:pathLst>
                <a:path w="20624800" h="50800">
                  <a:moveTo>
                    <a:pt x="203200" y="0"/>
                  </a:moveTo>
                  <a:lnTo>
                    <a:pt x="304800" y="0"/>
                  </a:lnTo>
                  <a:lnTo>
                    <a:pt x="304800" y="50800"/>
                  </a:lnTo>
                  <a:lnTo>
                    <a:pt x="203200" y="50800"/>
                  </a:lnTo>
                  <a:close/>
                  <a:moveTo>
                    <a:pt x="406400" y="0"/>
                  </a:moveTo>
                  <a:lnTo>
                    <a:pt x="508000" y="0"/>
                  </a:lnTo>
                  <a:lnTo>
                    <a:pt x="508000" y="50800"/>
                  </a:lnTo>
                  <a:lnTo>
                    <a:pt x="406400" y="50800"/>
                  </a:lnTo>
                  <a:close/>
                  <a:moveTo>
                    <a:pt x="609600" y="0"/>
                  </a:moveTo>
                  <a:lnTo>
                    <a:pt x="711200" y="0"/>
                  </a:lnTo>
                  <a:lnTo>
                    <a:pt x="711200" y="50800"/>
                  </a:lnTo>
                  <a:lnTo>
                    <a:pt x="609600" y="50800"/>
                  </a:lnTo>
                  <a:close/>
                  <a:moveTo>
                    <a:pt x="812800" y="0"/>
                  </a:moveTo>
                  <a:lnTo>
                    <a:pt x="914400" y="0"/>
                  </a:lnTo>
                  <a:lnTo>
                    <a:pt x="914400" y="50800"/>
                  </a:lnTo>
                  <a:lnTo>
                    <a:pt x="812800" y="50800"/>
                  </a:lnTo>
                  <a:close/>
                  <a:moveTo>
                    <a:pt x="1016000" y="0"/>
                  </a:moveTo>
                  <a:lnTo>
                    <a:pt x="1117600" y="0"/>
                  </a:lnTo>
                  <a:lnTo>
                    <a:pt x="1117600" y="50800"/>
                  </a:lnTo>
                  <a:lnTo>
                    <a:pt x="1016000" y="50800"/>
                  </a:lnTo>
                  <a:close/>
                  <a:moveTo>
                    <a:pt x="1219200" y="0"/>
                  </a:moveTo>
                  <a:lnTo>
                    <a:pt x="1320800" y="0"/>
                  </a:lnTo>
                  <a:lnTo>
                    <a:pt x="1320800" y="50800"/>
                  </a:lnTo>
                  <a:lnTo>
                    <a:pt x="1219200" y="50800"/>
                  </a:lnTo>
                  <a:close/>
                  <a:moveTo>
                    <a:pt x="1422400" y="50800"/>
                  </a:moveTo>
                  <a:lnTo>
                    <a:pt x="1524000" y="50800"/>
                  </a:lnTo>
                  <a:lnTo>
                    <a:pt x="1422400" y="50800"/>
                  </a:lnTo>
                  <a:close/>
                  <a:moveTo>
                    <a:pt x="1625600" y="50800"/>
                  </a:moveTo>
                  <a:lnTo>
                    <a:pt x="1727200" y="50800"/>
                  </a:lnTo>
                  <a:lnTo>
                    <a:pt x="1625600" y="50800"/>
                  </a:lnTo>
                  <a:close/>
                  <a:moveTo>
                    <a:pt x="1828800" y="50800"/>
                  </a:moveTo>
                  <a:lnTo>
                    <a:pt x="1930400" y="50800"/>
                  </a:lnTo>
                  <a:lnTo>
                    <a:pt x="1828800" y="50800"/>
                  </a:lnTo>
                  <a:close/>
                  <a:moveTo>
                    <a:pt x="2032000" y="50800"/>
                  </a:moveTo>
                  <a:lnTo>
                    <a:pt x="2133600" y="50800"/>
                  </a:lnTo>
                  <a:lnTo>
                    <a:pt x="2032000" y="50800"/>
                  </a:lnTo>
                  <a:close/>
                  <a:moveTo>
                    <a:pt x="2235200" y="50800"/>
                  </a:moveTo>
                  <a:lnTo>
                    <a:pt x="2336800" y="50800"/>
                  </a:lnTo>
                  <a:lnTo>
                    <a:pt x="2235200" y="50800"/>
                  </a:lnTo>
                  <a:close/>
                  <a:moveTo>
                    <a:pt x="2438400" y="50800"/>
                  </a:moveTo>
                  <a:lnTo>
                    <a:pt x="2540000" y="50800"/>
                  </a:lnTo>
                  <a:lnTo>
                    <a:pt x="2438400" y="50800"/>
                  </a:lnTo>
                  <a:close/>
                  <a:moveTo>
                    <a:pt x="2641600" y="50800"/>
                  </a:moveTo>
                  <a:lnTo>
                    <a:pt x="2743200" y="50800"/>
                  </a:lnTo>
                  <a:lnTo>
                    <a:pt x="2641600" y="50800"/>
                  </a:lnTo>
                  <a:close/>
                  <a:moveTo>
                    <a:pt x="2844800" y="50800"/>
                  </a:moveTo>
                  <a:lnTo>
                    <a:pt x="2946400" y="50800"/>
                  </a:lnTo>
                  <a:lnTo>
                    <a:pt x="2844800" y="50800"/>
                  </a:lnTo>
                  <a:close/>
                  <a:moveTo>
                    <a:pt x="3048000" y="50800"/>
                  </a:moveTo>
                  <a:lnTo>
                    <a:pt x="3149600" y="50800"/>
                  </a:lnTo>
                  <a:lnTo>
                    <a:pt x="3048000" y="50800"/>
                  </a:lnTo>
                  <a:close/>
                  <a:moveTo>
                    <a:pt x="3251200" y="50800"/>
                  </a:moveTo>
                  <a:lnTo>
                    <a:pt x="3352800" y="50800"/>
                  </a:lnTo>
                  <a:lnTo>
                    <a:pt x="3251200" y="50800"/>
                  </a:lnTo>
                  <a:close/>
                  <a:moveTo>
                    <a:pt x="3454400" y="50800"/>
                  </a:moveTo>
                  <a:lnTo>
                    <a:pt x="3556000" y="50800"/>
                  </a:lnTo>
                  <a:lnTo>
                    <a:pt x="3454400" y="50800"/>
                  </a:lnTo>
                  <a:close/>
                  <a:moveTo>
                    <a:pt x="3657600" y="50800"/>
                  </a:moveTo>
                  <a:lnTo>
                    <a:pt x="3759200" y="50800"/>
                  </a:lnTo>
                  <a:lnTo>
                    <a:pt x="3657600" y="50800"/>
                  </a:lnTo>
                  <a:close/>
                  <a:moveTo>
                    <a:pt x="3860800" y="50800"/>
                  </a:moveTo>
                  <a:lnTo>
                    <a:pt x="3962400" y="50800"/>
                  </a:lnTo>
                  <a:lnTo>
                    <a:pt x="3860800" y="50800"/>
                  </a:lnTo>
                  <a:close/>
                  <a:moveTo>
                    <a:pt x="4064000" y="50800"/>
                  </a:moveTo>
                  <a:lnTo>
                    <a:pt x="4165600" y="50800"/>
                  </a:lnTo>
                  <a:lnTo>
                    <a:pt x="4064000" y="50800"/>
                  </a:lnTo>
                  <a:close/>
                  <a:moveTo>
                    <a:pt x="4267200" y="50800"/>
                  </a:moveTo>
                  <a:lnTo>
                    <a:pt x="4368800" y="50800"/>
                  </a:lnTo>
                  <a:lnTo>
                    <a:pt x="4267200" y="50800"/>
                  </a:lnTo>
                  <a:close/>
                  <a:moveTo>
                    <a:pt x="4470400" y="50800"/>
                  </a:moveTo>
                  <a:lnTo>
                    <a:pt x="4572000" y="50800"/>
                  </a:lnTo>
                  <a:lnTo>
                    <a:pt x="4470400" y="50800"/>
                  </a:lnTo>
                  <a:close/>
                  <a:moveTo>
                    <a:pt x="4673600" y="50800"/>
                  </a:moveTo>
                  <a:lnTo>
                    <a:pt x="4775200" y="50800"/>
                  </a:lnTo>
                  <a:lnTo>
                    <a:pt x="4673600" y="50800"/>
                  </a:lnTo>
                  <a:close/>
                  <a:moveTo>
                    <a:pt x="4876800" y="50800"/>
                  </a:moveTo>
                  <a:lnTo>
                    <a:pt x="4978400" y="50800"/>
                  </a:lnTo>
                  <a:lnTo>
                    <a:pt x="4876800" y="50800"/>
                  </a:lnTo>
                  <a:close/>
                  <a:moveTo>
                    <a:pt x="5080000" y="50800"/>
                  </a:moveTo>
                  <a:lnTo>
                    <a:pt x="5181600" y="50800"/>
                  </a:lnTo>
                  <a:lnTo>
                    <a:pt x="5080000" y="50800"/>
                  </a:lnTo>
                  <a:close/>
                  <a:moveTo>
                    <a:pt x="5283200" y="50800"/>
                  </a:moveTo>
                  <a:lnTo>
                    <a:pt x="5384800" y="50800"/>
                  </a:lnTo>
                  <a:lnTo>
                    <a:pt x="5283200" y="50800"/>
                  </a:lnTo>
                  <a:close/>
                  <a:moveTo>
                    <a:pt x="5486400" y="50800"/>
                  </a:moveTo>
                  <a:lnTo>
                    <a:pt x="5588000" y="50800"/>
                  </a:lnTo>
                  <a:lnTo>
                    <a:pt x="5486400" y="50800"/>
                  </a:lnTo>
                  <a:close/>
                  <a:moveTo>
                    <a:pt x="5689600" y="50800"/>
                  </a:moveTo>
                  <a:lnTo>
                    <a:pt x="5791200" y="50800"/>
                  </a:lnTo>
                  <a:lnTo>
                    <a:pt x="5689600" y="50800"/>
                  </a:lnTo>
                  <a:close/>
                  <a:moveTo>
                    <a:pt x="5892800" y="50800"/>
                  </a:moveTo>
                  <a:lnTo>
                    <a:pt x="5994400" y="50800"/>
                  </a:lnTo>
                  <a:lnTo>
                    <a:pt x="5892800" y="50800"/>
                  </a:lnTo>
                  <a:close/>
                  <a:moveTo>
                    <a:pt x="6096000" y="50800"/>
                  </a:moveTo>
                  <a:lnTo>
                    <a:pt x="6197600" y="50800"/>
                  </a:lnTo>
                  <a:lnTo>
                    <a:pt x="6096000" y="50800"/>
                  </a:lnTo>
                  <a:close/>
                  <a:moveTo>
                    <a:pt x="6299200" y="50800"/>
                  </a:moveTo>
                  <a:lnTo>
                    <a:pt x="6400800" y="50800"/>
                  </a:lnTo>
                  <a:lnTo>
                    <a:pt x="6299200" y="50800"/>
                  </a:lnTo>
                  <a:close/>
                  <a:moveTo>
                    <a:pt x="6502400" y="50800"/>
                  </a:moveTo>
                  <a:lnTo>
                    <a:pt x="6604000" y="50800"/>
                  </a:lnTo>
                  <a:lnTo>
                    <a:pt x="6502400" y="50800"/>
                  </a:lnTo>
                  <a:close/>
                  <a:moveTo>
                    <a:pt x="6705600" y="50800"/>
                  </a:moveTo>
                  <a:lnTo>
                    <a:pt x="6807200" y="50800"/>
                  </a:lnTo>
                  <a:lnTo>
                    <a:pt x="6705600" y="50800"/>
                  </a:lnTo>
                  <a:close/>
                  <a:moveTo>
                    <a:pt x="6908800" y="50800"/>
                  </a:moveTo>
                  <a:lnTo>
                    <a:pt x="7010400" y="50800"/>
                  </a:lnTo>
                  <a:lnTo>
                    <a:pt x="6908800" y="50800"/>
                  </a:lnTo>
                  <a:close/>
                  <a:moveTo>
                    <a:pt x="7112000" y="50800"/>
                  </a:moveTo>
                  <a:lnTo>
                    <a:pt x="7213600" y="50800"/>
                  </a:lnTo>
                  <a:lnTo>
                    <a:pt x="7112000" y="50800"/>
                  </a:lnTo>
                  <a:close/>
                  <a:moveTo>
                    <a:pt x="7315200" y="50800"/>
                  </a:moveTo>
                  <a:lnTo>
                    <a:pt x="7416800" y="50800"/>
                  </a:lnTo>
                  <a:lnTo>
                    <a:pt x="7315200" y="50800"/>
                  </a:lnTo>
                  <a:close/>
                  <a:moveTo>
                    <a:pt x="7518400" y="50800"/>
                  </a:moveTo>
                  <a:lnTo>
                    <a:pt x="7620000" y="50800"/>
                  </a:lnTo>
                  <a:lnTo>
                    <a:pt x="7518400" y="50800"/>
                  </a:lnTo>
                  <a:close/>
                  <a:moveTo>
                    <a:pt x="7721600" y="50800"/>
                  </a:moveTo>
                  <a:lnTo>
                    <a:pt x="7823200" y="50800"/>
                  </a:lnTo>
                  <a:lnTo>
                    <a:pt x="7721600" y="50800"/>
                  </a:lnTo>
                  <a:close/>
                  <a:moveTo>
                    <a:pt x="7924800" y="50800"/>
                  </a:moveTo>
                  <a:lnTo>
                    <a:pt x="8026400" y="50800"/>
                  </a:lnTo>
                  <a:lnTo>
                    <a:pt x="7924800" y="50800"/>
                  </a:lnTo>
                  <a:close/>
                  <a:moveTo>
                    <a:pt x="8128000" y="50800"/>
                  </a:moveTo>
                  <a:lnTo>
                    <a:pt x="8229600" y="50800"/>
                  </a:lnTo>
                  <a:lnTo>
                    <a:pt x="8128000" y="50800"/>
                  </a:lnTo>
                  <a:close/>
                  <a:moveTo>
                    <a:pt x="8331200" y="50800"/>
                  </a:moveTo>
                  <a:lnTo>
                    <a:pt x="8432800" y="50800"/>
                  </a:lnTo>
                  <a:lnTo>
                    <a:pt x="8331200" y="50800"/>
                  </a:lnTo>
                  <a:close/>
                  <a:moveTo>
                    <a:pt x="8534400" y="50800"/>
                  </a:moveTo>
                  <a:lnTo>
                    <a:pt x="8636000" y="50800"/>
                  </a:lnTo>
                  <a:lnTo>
                    <a:pt x="8534400" y="50800"/>
                  </a:lnTo>
                  <a:close/>
                  <a:moveTo>
                    <a:pt x="8737600" y="50800"/>
                  </a:moveTo>
                  <a:lnTo>
                    <a:pt x="8839200" y="50800"/>
                  </a:lnTo>
                  <a:lnTo>
                    <a:pt x="8737600" y="50800"/>
                  </a:lnTo>
                  <a:close/>
                  <a:moveTo>
                    <a:pt x="8940800" y="50800"/>
                  </a:moveTo>
                  <a:lnTo>
                    <a:pt x="9042400" y="50800"/>
                  </a:lnTo>
                  <a:lnTo>
                    <a:pt x="8940800" y="50800"/>
                  </a:lnTo>
                  <a:close/>
                  <a:moveTo>
                    <a:pt x="9144000" y="50800"/>
                  </a:moveTo>
                  <a:lnTo>
                    <a:pt x="9245600" y="50800"/>
                  </a:lnTo>
                  <a:lnTo>
                    <a:pt x="9144000" y="50800"/>
                  </a:lnTo>
                  <a:close/>
                  <a:moveTo>
                    <a:pt x="9347200" y="50800"/>
                  </a:moveTo>
                  <a:lnTo>
                    <a:pt x="9448800" y="50800"/>
                  </a:lnTo>
                  <a:lnTo>
                    <a:pt x="9347200" y="50800"/>
                  </a:lnTo>
                  <a:close/>
                  <a:moveTo>
                    <a:pt x="9550400" y="50800"/>
                  </a:moveTo>
                  <a:lnTo>
                    <a:pt x="9652000" y="50800"/>
                  </a:lnTo>
                  <a:lnTo>
                    <a:pt x="9550400" y="50800"/>
                  </a:lnTo>
                  <a:close/>
                  <a:moveTo>
                    <a:pt x="9753600" y="50800"/>
                  </a:moveTo>
                  <a:lnTo>
                    <a:pt x="9855200" y="50800"/>
                  </a:lnTo>
                  <a:lnTo>
                    <a:pt x="9753600" y="50800"/>
                  </a:lnTo>
                  <a:close/>
                  <a:moveTo>
                    <a:pt x="9956800" y="50800"/>
                  </a:moveTo>
                  <a:lnTo>
                    <a:pt x="10058400" y="50800"/>
                  </a:lnTo>
                  <a:lnTo>
                    <a:pt x="9956800" y="50800"/>
                  </a:lnTo>
                  <a:close/>
                  <a:moveTo>
                    <a:pt x="10160000" y="50800"/>
                  </a:moveTo>
                  <a:lnTo>
                    <a:pt x="10261600" y="50800"/>
                  </a:lnTo>
                  <a:lnTo>
                    <a:pt x="10160000" y="50800"/>
                  </a:lnTo>
                  <a:close/>
                  <a:moveTo>
                    <a:pt x="10363200" y="50800"/>
                  </a:moveTo>
                  <a:lnTo>
                    <a:pt x="10464800" y="50800"/>
                  </a:lnTo>
                  <a:lnTo>
                    <a:pt x="10363200" y="50800"/>
                  </a:lnTo>
                  <a:close/>
                  <a:moveTo>
                    <a:pt x="10566400" y="50800"/>
                  </a:moveTo>
                  <a:lnTo>
                    <a:pt x="10668000" y="50800"/>
                  </a:lnTo>
                  <a:lnTo>
                    <a:pt x="10566400" y="50800"/>
                  </a:lnTo>
                  <a:close/>
                  <a:moveTo>
                    <a:pt x="10769600" y="50800"/>
                  </a:moveTo>
                  <a:lnTo>
                    <a:pt x="10871200" y="50800"/>
                  </a:lnTo>
                  <a:lnTo>
                    <a:pt x="10769600" y="50800"/>
                  </a:lnTo>
                  <a:close/>
                  <a:moveTo>
                    <a:pt x="10972800" y="50800"/>
                  </a:moveTo>
                  <a:lnTo>
                    <a:pt x="11074400" y="50800"/>
                  </a:lnTo>
                  <a:lnTo>
                    <a:pt x="10972800" y="50800"/>
                  </a:lnTo>
                  <a:close/>
                  <a:moveTo>
                    <a:pt x="11176000" y="50800"/>
                  </a:moveTo>
                  <a:lnTo>
                    <a:pt x="11277600" y="50800"/>
                  </a:lnTo>
                  <a:lnTo>
                    <a:pt x="11176000" y="50800"/>
                  </a:lnTo>
                  <a:close/>
                  <a:moveTo>
                    <a:pt x="11379200" y="50800"/>
                  </a:moveTo>
                  <a:lnTo>
                    <a:pt x="11480800" y="50800"/>
                  </a:lnTo>
                  <a:lnTo>
                    <a:pt x="11379200" y="50800"/>
                  </a:lnTo>
                  <a:close/>
                  <a:moveTo>
                    <a:pt x="11582400" y="50800"/>
                  </a:moveTo>
                  <a:lnTo>
                    <a:pt x="11684000" y="50800"/>
                  </a:lnTo>
                  <a:lnTo>
                    <a:pt x="11582400" y="50800"/>
                  </a:lnTo>
                  <a:close/>
                  <a:moveTo>
                    <a:pt x="11785600" y="50800"/>
                  </a:moveTo>
                  <a:lnTo>
                    <a:pt x="11887200" y="50800"/>
                  </a:lnTo>
                  <a:lnTo>
                    <a:pt x="11785600" y="50800"/>
                  </a:lnTo>
                  <a:close/>
                  <a:moveTo>
                    <a:pt x="11988800" y="50800"/>
                  </a:moveTo>
                  <a:lnTo>
                    <a:pt x="12090400" y="50800"/>
                  </a:lnTo>
                  <a:lnTo>
                    <a:pt x="11988800" y="50800"/>
                  </a:lnTo>
                  <a:close/>
                  <a:moveTo>
                    <a:pt x="12192000" y="50800"/>
                  </a:moveTo>
                  <a:lnTo>
                    <a:pt x="12293600" y="50800"/>
                  </a:lnTo>
                  <a:lnTo>
                    <a:pt x="12192000" y="50800"/>
                  </a:lnTo>
                  <a:close/>
                  <a:moveTo>
                    <a:pt x="12395200" y="50800"/>
                  </a:moveTo>
                  <a:lnTo>
                    <a:pt x="12496800" y="50800"/>
                  </a:lnTo>
                  <a:lnTo>
                    <a:pt x="12395200" y="50800"/>
                  </a:lnTo>
                  <a:close/>
                  <a:moveTo>
                    <a:pt x="12598400" y="50800"/>
                  </a:moveTo>
                  <a:lnTo>
                    <a:pt x="12700000" y="50800"/>
                  </a:lnTo>
                  <a:lnTo>
                    <a:pt x="12598400" y="50800"/>
                  </a:lnTo>
                  <a:close/>
                  <a:moveTo>
                    <a:pt x="12801600" y="50800"/>
                  </a:moveTo>
                  <a:lnTo>
                    <a:pt x="12903200" y="50800"/>
                  </a:lnTo>
                  <a:lnTo>
                    <a:pt x="12801600" y="50800"/>
                  </a:lnTo>
                  <a:close/>
                  <a:moveTo>
                    <a:pt x="13004800" y="50800"/>
                  </a:moveTo>
                  <a:lnTo>
                    <a:pt x="13106400" y="50800"/>
                  </a:lnTo>
                  <a:lnTo>
                    <a:pt x="13004800" y="50800"/>
                  </a:lnTo>
                  <a:close/>
                  <a:moveTo>
                    <a:pt x="13208000" y="50800"/>
                  </a:moveTo>
                  <a:lnTo>
                    <a:pt x="13309600" y="50800"/>
                  </a:lnTo>
                  <a:lnTo>
                    <a:pt x="13208000" y="50800"/>
                  </a:lnTo>
                  <a:close/>
                  <a:moveTo>
                    <a:pt x="13411200" y="50800"/>
                  </a:moveTo>
                  <a:lnTo>
                    <a:pt x="13512800" y="50800"/>
                  </a:lnTo>
                  <a:lnTo>
                    <a:pt x="13411200" y="50800"/>
                  </a:lnTo>
                  <a:close/>
                  <a:moveTo>
                    <a:pt x="13614400" y="50800"/>
                  </a:moveTo>
                  <a:lnTo>
                    <a:pt x="13716000" y="50800"/>
                  </a:lnTo>
                  <a:lnTo>
                    <a:pt x="13614400" y="50800"/>
                  </a:lnTo>
                  <a:close/>
                  <a:moveTo>
                    <a:pt x="13817600" y="50800"/>
                  </a:moveTo>
                  <a:lnTo>
                    <a:pt x="13919200" y="50800"/>
                  </a:lnTo>
                  <a:lnTo>
                    <a:pt x="13817600" y="50800"/>
                  </a:lnTo>
                  <a:close/>
                  <a:moveTo>
                    <a:pt x="14020800" y="50800"/>
                  </a:moveTo>
                  <a:lnTo>
                    <a:pt x="14122400" y="50800"/>
                  </a:lnTo>
                  <a:lnTo>
                    <a:pt x="14020800" y="50800"/>
                  </a:lnTo>
                  <a:close/>
                  <a:moveTo>
                    <a:pt x="14224000" y="50800"/>
                  </a:moveTo>
                  <a:lnTo>
                    <a:pt x="14325600" y="50800"/>
                  </a:lnTo>
                  <a:lnTo>
                    <a:pt x="14224000" y="50800"/>
                  </a:lnTo>
                  <a:close/>
                  <a:moveTo>
                    <a:pt x="14427200" y="50800"/>
                  </a:moveTo>
                  <a:lnTo>
                    <a:pt x="14528800" y="50800"/>
                  </a:lnTo>
                  <a:lnTo>
                    <a:pt x="14427200" y="50800"/>
                  </a:lnTo>
                  <a:close/>
                  <a:moveTo>
                    <a:pt x="14630400" y="50800"/>
                  </a:moveTo>
                  <a:lnTo>
                    <a:pt x="14732000" y="50800"/>
                  </a:lnTo>
                  <a:lnTo>
                    <a:pt x="14630400" y="50800"/>
                  </a:lnTo>
                  <a:close/>
                  <a:moveTo>
                    <a:pt x="14833600" y="50800"/>
                  </a:moveTo>
                  <a:lnTo>
                    <a:pt x="14935200" y="50800"/>
                  </a:lnTo>
                  <a:lnTo>
                    <a:pt x="14833600" y="50800"/>
                  </a:lnTo>
                  <a:close/>
                  <a:moveTo>
                    <a:pt x="15036800" y="50800"/>
                  </a:moveTo>
                  <a:lnTo>
                    <a:pt x="15138400" y="50800"/>
                  </a:lnTo>
                  <a:lnTo>
                    <a:pt x="15036800" y="50800"/>
                  </a:lnTo>
                  <a:close/>
                  <a:moveTo>
                    <a:pt x="15240000" y="50800"/>
                  </a:moveTo>
                  <a:lnTo>
                    <a:pt x="15341600" y="50800"/>
                  </a:lnTo>
                  <a:lnTo>
                    <a:pt x="15240000" y="50800"/>
                  </a:lnTo>
                  <a:close/>
                  <a:moveTo>
                    <a:pt x="15443200" y="50800"/>
                  </a:moveTo>
                  <a:lnTo>
                    <a:pt x="15544800" y="50800"/>
                  </a:lnTo>
                  <a:lnTo>
                    <a:pt x="15443200" y="50800"/>
                  </a:lnTo>
                  <a:close/>
                  <a:moveTo>
                    <a:pt x="15646400" y="50800"/>
                  </a:moveTo>
                  <a:lnTo>
                    <a:pt x="15748000" y="50800"/>
                  </a:lnTo>
                  <a:lnTo>
                    <a:pt x="15646400" y="50800"/>
                  </a:lnTo>
                  <a:close/>
                  <a:moveTo>
                    <a:pt x="15849600" y="50800"/>
                  </a:moveTo>
                  <a:lnTo>
                    <a:pt x="15951200" y="50800"/>
                  </a:lnTo>
                  <a:lnTo>
                    <a:pt x="15849600" y="50800"/>
                  </a:lnTo>
                  <a:close/>
                  <a:moveTo>
                    <a:pt x="16052800" y="50800"/>
                  </a:moveTo>
                  <a:lnTo>
                    <a:pt x="16154400" y="50800"/>
                  </a:lnTo>
                  <a:lnTo>
                    <a:pt x="16052800" y="50800"/>
                  </a:lnTo>
                  <a:close/>
                  <a:moveTo>
                    <a:pt x="16256000" y="50800"/>
                  </a:moveTo>
                  <a:lnTo>
                    <a:pt x="16357600" y="50800"/>
                  </a:lnTo>
                  <a:lnTo>
                    <a:pt x="16256000" y="50800"/>
                  </a:lnTo>
                  <a:close/>
                  <a:moveTo>
                    <a:pt x="16459200" y="50800"/>
                  </a:moveTo>
                  <a:lnTo>
                    <a:pt x="16560800" y="50800"/>
                  </a:lnTo>
                  <a:lnTo>
                    <a:pt x="16459200" y="50800"/>
                  </a:lnTo>
                  <a:close/>
                  <a:moveTo>
                    <a:pt x="16662400" y="50800"/>
                  </a:moveTo>
                  <a:lnTo>
                    <a:pt x="16764000" y="50800"/>
                  </a:lnTo>
                  <a:lnTo>
                    <a:pt x="16662400" y="50800"/>
                  </a:lnTo>
                  <a:close/>
                  <a:moveTo>
                    <a:pt x="16865600" y="50800"/>
                  </a:moveTo>
                  <a:lnTo>
                    <a:pt x="16967200" y="50800"/>
                  </a:lnTo>
                  <a:lnTo>
                    <a:pt x="16865600" y="50800"/>
                  </a:lnTo>
                  <a:close/>
                  <a:moveTo>
                    <a:pt x="17068800" y="50800"/>
                  </a:moveTo>
                  <a:lnTo>
                    <a:pt x="17170400" y="50800"/>
                  </a:lnTo>
                  <a:lnTo>
                    <a:pt x="17068800" y="50800"/>
                  </a:lnTo>
                  <a:close/>
                  <a:moveTo>
                    <a:pt x="17272000" y="50800"/>
                  </a:moveTo>
                  <a:lnTo>
                    <a:pt x="17373600" y="50800"/>
                  </a:lnTo>
                  <a:lnTo>
                    <a:pt x="17272000" y="50800"/>
                  </a:lnTo>
                  <a:close/>
                  <a:moveTo>
                    <a:pt x="17475200" y="50800"/>
                  </a:moveTo>
                  <a:lnTo>
                    <a:pt x="17576800" y="50800"/>
                  </a:lnTo>
                  <a:lnTo>
                    <a:pt x="17475200" y="50800"/>
                  </a:lnTo>
                  <a:close/>
                  <a:moveTo>
                    <a:pt x="17678400" y="50800"/>
                  </a:moveTo>
                  <a:lnTo>
                    <a:pt x="17780000" y="50800"/>
                  </a:lnTo>
                  <a:lnTo>
                    <a:pt x="17678400" y="50800"/>
                  </a:lnTo>
                  <a:close/>
                  <a:moveTo>
                    <a:pt x="17881600" y="50800"/>
                  </a:moveTo>
                  <a:lnTo>
                    <a:pt x="17983200" y="50800"/>
                  </a:lnTo>
                  <a:lnTo>
                    <a:pt x="17881600" y="50800"/>
                  </a:lnTo>
                  <a:close/>
                  <a:moveTo>
                    <a:pt x="18084800" y="50800"/>
                  </a:moveTo>
                  <a:lnTo>
                    <a:pt x="18186400" y="50800"/>
                  </a:lnTo>
                  <a:lnTo>
                    <a:pt x="18084800" y="50800"/>
                  </a:lnTo>
                  <a:close/>
                  <a:moveTo>
                    <a:pt x="18288000" y="50800"/>
                  </a:moveTo>
                  <a:lnTo>
                    <a:pt x="18389600" y="50800"/>
                  </a:lnTo>
                  <a:lnTo>
                    <a:pt x="18288000" y="50800"/>
                  </a:lnTo>
                  <a:close/>
                  <a:moveTo>
                    <a:pt x="18491200" y="50800"/>
                  </a:moveTo>
                  <a:lnTo>
                    <a:pt x="18592800" y="50800"/>
                  </a:lnTo>
                  <a:lnTo>
                    <a:pt x="18491200" y="50800"/>
                  </a:lnTo>
                  <a:close/>
                  <a:moveTo>
                    <a:pt x="18694400" y="50800"/>
                  </a:moveTo>
                  <a:lnTo>
                    <a:pt x="18796000" y="50800"/>
                  </a:lnTo>
                  <a:lnTo>
                    <a:pt x="18694400" y="50800"/>
                  </a:lnTo>
                  <a:close/>
                  <a:moveTo>
                    <a:pt x="18897600" y="50800"/>
                  </a:moveTo>
                  <a:lnTo>
                    <a:pt x="18999200" y="50800"/>
                  </a:lnTo>
                  <a:lnTo>
                    <a:pt x="18897600" y="50800"/>
                  </a:lnTo>
                  <a:close/>
                  <a:moveTo>
                    <a:pt x="19100800" y="50800"/>
                  </a:moveTo>
                  <a:lnTo>
                    <a:pt x="19202400" y="50800"/>
                  </a:lnTo>
                  <a:lnTo>
                    <a:pt x="19100800" y="50800"/>
                  </a:lnTo>
                  <a:close/>
                  <a:moveTo>
                    <a:pt x="19304000" y="50800"/>
                  </a:moveTo>
                  <a:lnTo>
                    <a:pt x="19405600" y="50800"/>
                  </a:lnTo>
                  <a:lnTo>
                    <a:pt x="19304000" y="50800"/>
                  </a:lnTo>
                  <a:close/>
                  <a:moveTo>
                    <a:pt x="19507200" y="50800"/>
                  </a:moveTo>
                  <a:lnTo>
                    <a:pt x="19608800" y="50800"/>
                  </a:lnTo>
                  <a:lnTo>
                    <a:pt x="19507200" y="50800"/>
                  </a:lnTo>
                  <a:close/>
                  <a:moveTo>
                    <a:pt x="19710400" y="50800"/>
                  </a:moveTo>
                  <a:lnTo>
                    <a:pt x="19812000" y="50800"/>
                  </a:lnTo>
                  <a:lnTo>
                    <a:pt x="19710400" y="50800"/>
                  </a:lnTo>
                  <a:close/>
                  <a:moveTo>
                    <a:pt x="19913600" y="50800"/>
                  </a:moveTo>
                  <a:lnTo>
                    <a:pt x="20015200" y="50800"/>
                  </a:lnTo>
                  <a:lnTo>
                    <a:pt x="19913600" y="50800"/>
                  </a:lnTo>
                  <a:close/>
                  <a:moveTo>
                    <a:pt x="20116800" y="50800"/>
                  </a:moveTo>
                  <a:lnTo>
                    <a:pt x="20218400" y="50800"/>
                  </a:lnTo>
                  <a:lnTo>
                    <a:pt x="20116800" y="50800"/>
                  </a:lnTo>
                  <a:close/>
                  <a:moveTo>
                    <a:pt x="20320000" y="50800"/>
                  </a:moveTo>
                  <a:lnTo>
                    <a:pt x="20421600" y="50800"/>
                  </a:lnTo>
                  <a:lnTo>
                    <a:pt x="20320000" y="50800"/>
                  </a:lnTo>
                  <a:close/>
                  <a:moveTo>
                    <a:pt x="20523200" y="50800"/>
                  </a:moveTo>
                  <a:lnTo>
                    <a:pt x="20624800" y="50800"/>
                  </a:lnTo>
                  <a:lnTo>
                    <a:pt x="20523200" y="508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53063"/>
            </a:solidFill>
          </p:spPr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7468" y="0"/>
            <a:ext cx="1076168" cy="10287000"/>
            <a:chOff x="0" y="0"/>
            <a:chExt cx="143489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34846" cy="13716000"/>
            </a:xfrm>
            <a:custGeom>
              <a:avLst/>
              <a:gdLst/>
              <a:ahLst/>
              <a:cxnLst/>
              <a:rect l="l" t="t" r="r" b="b"/>
              <a:pathLst>
                <a:path w="1434846" h="13716000">
                  <a:moveTo>
                    <a:pt x="0" y="0"/>
                  </a:moveTo>
                  <a:lnTo>
                    <a:pt x="1434846" y="0"/>
                  </a:lnTo>
                  <a:lnTo>
                    <a:pt x="1434846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88402" r="-588405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028700" y="621030"/>
            <a:ext cx="18382936" cy="12977009"/>
          </a:xfrm>
          <a:custGeom>
            <a:avLst/>
            <a:gdLst/>
            <a:ahLst/>
            <a:cxnLst/>
            <a:rect l="l" t="t" r="r" b="b"/>
            <a:pathLst>
              <a:path w="18382936" h="12977009">
                <a:moveTo>
                  <a:pt x="0" y="0"/>
                </a:moveTo>
                <a:lnTo>
                  <a:pt x="18382936" y="0"/>
                </a:lnTo>
                <a:lnTo>
                  <a:pt x="18382936" y="12977009"/>
                </a:lnTo>
                <a:lnTo>
                  <a:pt x="0" y="129770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782141" y="478155"/>
            <a:ext cx="7738580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4999">
                <a:solidFill>
                  <a:srgbClr val="153063"/>
                </a:solidFill>
                <a:latin typeface="Lora Bold"/>
              </a:rPr>
              <a:t>Daftar Pustaka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65046" y="2342006"/>
            <a:ext cx="14311350" cy="7451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153063"/>
                </a:solidFill>
                <a:latin typeface="Poppins"/>
              </a:rPr>
              <a:t>Arum, Prizka &amp; Alfian, Siva. .2022. Pemodelan Pertumbuhan Ekonomi di Jawa Barat Menggunakan Metode Geographically Weighted Panel Regression. J Statistika: Jurnal Ilmiah Teori dan Aplikasi Statistika. 15. 219-227. 10.36456/jstat.vol15.no2.a5506.</a:t>
            </a:r>
          </a:p>
          <a:p>
            <a:pPr algn="just">
              <a:lnSpc>
                <a:spcPts val="3499"/>
              </a:lnSpc>
            </a:pPr>
            <a:endParaRPr lang="en-US" sz="2499">
              <a:solidFill>
                <a:srgbClr val="153063"/>
              </a:solidFill>
              <a:latin typeface="Poppins"/>
            </a:endParaR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153063"/>
                </a:solidFill>
                <a:latin typeface="Poppins"/>
              </a:rPr>
              <a:t>Caraka, Rezzy &amp; Yasin, Hasbi. (2017). Geographically Weighted Regression: Sebuah Kajian Regresi Geografis.</a:t>
            </a:r>
          </a:p>
          <a:p>
            <a:pPr algn="just">
              <a:lnSpc>
                <a:spcPts val="3499"/>
              </a:lnSpc>
            </a:pPr>
            <a:endParaRPr lang="en-US" sz="2499">
              <a:solidFill>
                <a:srgbClr val="153063"/>
              </a:solidFill>
              <a:latin typeface="Poppins"/>
            </a:endParaR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153063"/>
                </a:solidFill>
                <a:latin typeface="Poppins"/>
              </a:rPr>
              <a:t>Rosadi,D. 2022. Pengantar Analisis Data Panel. Banten : CV.Meugah.Printindo</a:t>
            </a:r>
          </a:p>
          <a:p>
            <a:pPr algn="just">
              <a:lnSpc>
                <a:spcPts val="3499"/>
              </a:lnSpc>
            </a:pPr>
            <a:endParaRPr lang="en-US" sz="2499">
              <a:solidFill>
                <a:srgbClr val="153063"/>
              </a:solidFill>
              <a:latin typeface="Poppins"/>
            </a:endParaR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153063"/>
                </a:solidFill>
                <a:latin typeface="Poppins"/>
              </a:rPr>
              <a:t>Shaloho,H. 2015. Produk Domestik Regional Bruto Per Kapita dan Pembangunan Ekonomi yang Inklusif dan Berkeadilan di Kabupaten Toba Samosir</a:t>
            </a:r>
          </a:p>
          <a:p>
            <a:pPr algn="just">
              <a:lnSpc>
                <a:spcPts val="3499"/>
              </a:lnSpc>
            </a:pPr>
            <a:endParaRPr lang="en-US" sz="2499">
              <a:solidFill>
                <a:srgbClr val="153063"/>
              </a:solidFill>
              <a:latin typeface="Poppins"/>
            </a:endParaR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153063"/>
                </a:solidFill>
                <a:latin typeface="Poppins"/>
              </a:rPr>
              <a:t>Yuliana, Basri, Darnah. 2022. Analisis Faktor-Faktor yang Memengaruhi Produk Domestik Regional Bruto(PDRB) di Kalimantan Timur dengan Regresi Data Panel. Prosiding Seminar Nasional Matematika, Statistika, dan Aplikasinya Terbitan II, Mei 2022, Samarinda, Indonesia</a:t>
            </a:r>
          </a:p>
          <a:p>
            <a:pPr algn="just">
              <a:lnSpc>
                <a:spcPts val="3499"/>
              </a:lnSpc>
            </a:pPr>
            <a:endParaRPr lang="en-US" sz="2499">
              <a:solidFill>
                <a:srgbClr val="153063"/>
              </a:solidFill>
              <a:latin typeface="Poppins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763091" y="1856231"/>
            <a:ext cx="15515259" cy="38100"/>
            <a:chOff x="0" y="0"/>
            <a:chExt cx="20687012" cy="50800"/>
          </a:xfrm>
        </p:grpSpPr>
        <p:sp>
          <p:nvSpPr>
            <p:cNvPr id="8" name="Freeform 8"/>
            <p:cNvSpPr/>
            <p:nvPr/>
          </p:nvSpPr>
          <p:spPr>
            <a:xfrm>
              <a:off x="25400" y="0"/>
              <a:ext cx="20624800" cy="50800"/>
            </a:xfrm>
            <a:custGeom>
              <a:avLst/>
              <a:gdLst/>
              <a:ahLst/>
              <a:cxnLst/>
              <a:rect l="l" t="t" r="r" b="b"/>
              <a:pathLst>
                <a:path w="20624800" h="50800">
                  <a:moveTo>
                    <a:pt x="203200" y="0"/>
                  </a:moveTo>
                  <a:lnTo>
                    <a:pt x="304800" y="0"/>
                  </a:lnTo>
                  <a:lnTo>
                    <a:pt x="304800" y="50800"/>
                  </a:lnTo>
                  <a:lnTo>
                    <a:pt x="203200" y="50800"/>
                  </a:lnTo>
                  <a:close/>
                  <a:moveTo>
                    <a:pt x="406400" y="0"/>
                  </a:moveTo>
                  <a:lnTo>
                    <a:pt x="508000" y="0"/>
                  </a:lnTo>
                  <a:lnTo>
                    <a:pt x="508000" y="50800"/>
                  </a:lnTo>
                  <a:lnTo>
                    <a:pt x="406400" y="50800"/>
                  </a:lnTo>
                  <a:close/>
                  <a:moveTo>
                    <a:pt x="609600" y="0"/>
                  </a:moveTo>
                  <a:lnTo>
                    <a:pt x="711200" y="0"/>
                  </a:lnTo>
                  <a:lnTo>
                    <a:pt x="711200" y="50800"/>
                  </a:lnTo>
                  <a:lnTo>
                    <a:pt x="609600" y="50800"/>
                  </a:lnTo>
                  <a:close/>
                  <a:moveTo>
                    <a:pt x="812800" y="0"/>
                  </a:moveTo>
                  <a:lnTo>
                    <a:pt x="914400" y="0"/>
                  </a:lnTo>
                  <a:lnTo>
                    <a:pt x="914400" y="50800"/>
                  </a:lnTo>
                  <a:lnTo>
                    <a:pt x="812800" y="50800"/>
                  </a:lnTo>
                  <a:close/>
                  <a:moveTo>
                    <a:pt x="1016000" y="0"/>
                  </a:moveTo>
                  <a:lnTo>
                    <a:pt x="1117600" y="0"/>
                  </a:lnTo>
                  <a:lnTo>
                    <a:pt x="1117600" y="50800"/>
                  </a:lnTo>
                  <a:lnTo>
                    <a:pt x="1016000" y="50800"/>
                  </a:lnTo>
                  <a:close/>
                  <a:moveTo>
                    <a:pt x="1219200" y="0"/>
                  </a:moveTo>
                  <a:lnTo>
                    <a:pt x="1320800" y="0"/>
                  </a:lnTo>
                  <a:lnTo>
                    <a:pt x="1320800" y="50800"/>
                  </a:lnTo>
                  <a:lnTo>
                    <a:pt x="1219200" y="50800"/>
                  </a:lnTo>
                  <a:close/>
                  <a:moveTo>
                    <a:pt x="1422400" y="50800"/>
                  </a:moveTo>
                  <a:lnTo>
                    <a:pt x="1524000" y="50800"/>
                  </a:lnTo>
                  <a:lnTo>
                    <a:pt x="1422400" y="50800"/>
                  </a:lnTo>
                  <a:close/>
                  <a:moveTo>
                    <a:pt x="1625600" y="50800"/>
                  </a:moveTo>
                  <a:lnTo>
                    <a:pt x="1727200" y="50800"/>
                  </a:lnTo>
                  <a:lnTo>
                    <a:pt x="1625600" y="50800"/>
                  </a:lnTo>
                  <a:close/>
                  <a:moveTo>
                    <a:pt x="1828800" y="50800"/>
                  </a:moveTo>
                  <a:lnTo>
                    <a:pt x="1930400" y="50800"/>
                  </a:lnTo>
                  <a:lnTo>
                    <a:pt x="1828800" y="50800"/>
                  </a:lnTo>
                  <a:close/>
                  <a:moveTo>
                    <a:pt x="2032000" y="50800"/>
                  </a:moveTo>
                  <a:lnTo>
                    <a:pt x="2133600" y="50800"/>
                  </a:lnTo>
                  <a:lnTo>
                    <a:pt x="2032000" y="50800"/>
                  </a:lnTo>
                  <a:close/>
                  <a:moveTo>
                    <a:pt x="2235200" y="50800"/>
                  </a:moveTo>
                  <a:lnTo>
                    <a:pt x="2336800" y="50800"/>
                  </a:lnTo>
                  <a:lnTo>
                    <a:pt x="2235200" y="50800"/>
                  </a:lnTo>
                  <a:close/>
                  <a:moveTo>
                    <a:pt x="2438400" y="50800"/>
                  </a:moveTo>
                  <a:lnTo>
                    <a:pt x="2540000" y="50800"/>
                  </a:lnTo>
                  <a:lnTo>
                    <a:pt x="2438400" y="50800"/>
                  </a:lnTo>
                  <a:close/>
                  <a:moveTo>
                    <a:pt x="2641600" y="50800"/>
                  </a:moveTo>
                  <a:lnTo>
                    <a:pt x="2743200" y="50800"/>
                  </a:lnTo>
                  <a:lnTo>
                    <a:pt x="2641600" y="50800"/>
                  </a:lnTo>
                  <a:close/>
                  <a:moveTo>
                    <a:pt x="2844800" y="50800"/>
                  </a:moveTo>
                  <a:lnTo>
                    <a:pt x="2946400" y="50800"/>
                  </a:lnTo>
                  <a:lnTo>
                    <a:pt x="2844800" y="50800"/>
                  </a:lnTo>
                  <a:close/>
                  <a:moveTo>
                    <a:pt x="3048000" y="50800"/>
                  </a:moveTo>
                  <a:lnTo>
                    <a:pt x="3149600" y="50800"/>
                  </a:lnTo>
                  <a:lnTo>
                    <a:pt x="3048000" y="50800"/>
                  </a:lnTo>
                  <a:close/>
                  <a:moveTo>
                    <a:pt x="3251200" y="50800"/>
                  </a:moveTo>
                  <a:lnTo>
                    <a:pt x="3352800" y="50800"/>
                  </a:lnTo>
                  <a:lnTo>
                    <a:pt x="3251200" y="50800"/>
                  </a:lnTo>
                  <a:close/>
                  <a:moveTo>
                    <a:pt x="3454400" y="50800"/>
                  </a:moveTo>
                  <a:lnTo>
                    <a:pt x="3556000" y="50800"/>
                  </a:lnTo>
                  <a:lnTo>
                    <a:pt x="3454400" y="50800"/>
                  </a:lnTo>
                  <a:close/>
                  <a:moveTo>
                    <a:pt x="3657600" y="50800"/>
                  </a:moveTo>
                  <a:lnTo>
                    <a:pt x="3759200" y="50800"/>
                  </a:lnTo>
                  <a:lnTo>
                    <a:pt x="3657600" y="50800"/>
                  </a:lnTo>
                  <a:close/>
                  <a:moveTo>
                    <a:pt x="3860800" y="50800"/>
                  </a:moveTo>
                  <a:lnTo>
                    <a:pt x="3962400" y="50800"/>
                  </a:lnTo>
                  <a:lnTo>
                    <a:pt x="3860800" y="50800"/>
                  </a:lnTo>
                  <a:close/>
                  <a:moveTo>
                    <a:pt x="4064000" y="50800"/>
                  </a:moveTo>
                  <a:lnTo>
                    <a:pt x="4165600" y="50800"/>
                  </a:lnTo>
                  <a:lnTo>
                    <a:pt x="4064000" y="50800"/>
                  </a:lnTo>
                  <a:close/>
                  <a:moveTo>
                    <a:pt x="4267200" y="50800"/>
                  </a:moveTo>
                  <a:lnTo>
                    <a:pt x="4368800" y="50800"/>
                  </a:lnTo>
                  <a:lnTo>
                    <a:pt x="4267200" y="50800"/>
                  </a:lnTo>
                  <a:close/>
                  <a:moveTo>
                    <a:pt x="4470400" y="50800"/>
                  </a:moveTo>
                  <a:lnTo>
                    <a:pt x="4572000" y="50800"/>
                  </a:lnTo>
                  <a:lnTo>
                    <a:pt x="4470400" y="50800"/>
                  </a:lnTo>
                  <a:close/>
                  <a:moveTo>
                    <a:pt x="4673600" y="50800"/>
                  </a:moveTo>
                  <a:lnTo>
                    <a:pt x="4775200" y="50800"/>
                  </a:lnTo>
                  <a:lnTo>
                    <a:pt x="4673600" y="50800"/>
                  </a:lnTo>
                  <a:close/>
                  <a:moveTo>
                    <a:pt x="4876800" y="50800"/>
                  </a:moveTo>
                  <a:lnTo>
                    <a:pt x="4978400" y="50800"/>
                  </a:lnTo>
                  <a:lnTo>
                    <a:pt x="4876800" y="50800"/>
                  </a:lnTo>
                  <a:close/>
                  <a:moveTo>
                    <a:pt x="5080000" y="50800"/>
                  </a:moveTo>
                  <a:lnTo>
                    <a:pt x="5181600" y="50800"/>
                  </a:lnTo>
                  <a:lnTo>
                    <a:pt x="5080000" y="50800"/>
                  </a:lnTo>
                  <a:close/>
                  <a:moveTo>
                    <a:pt x="5283200" y="50800"/>
                  </a:moveTo>
                  <a:lnTo>
                    <a:pt x="5384800" y="50800"/>
                  </a:lnTo>
                  <a:lnTo>
                    <a:pt x="5283200" y="50800"/>
                  </a:lnTo>
                  <a:close/>
                  <a:moveTo>
                    <a:pt x="5486400" y="50800"/>
                  </a:moveTo>
                  <a:lnTo>
                    <a:pt x="5588000" y="50800"/>
                  </a:lnTo>
                  <a:lnTo>
                    <a:pt x="5486400" y="50800"/>
                  </a:lnTo>
                  <a:close/>
                  <a:moveTo>
                    <a:pt x="5689600" y="50800"/>
                  </a:moveTo>
                  <a:lnTo>
                    <a:pt x="5791200" y="50800"/>
                  </a:lnTo>
                  <a:lnTo>
                    <a:pt x="5689600" y="50800"/>
                  </a:lnTo>
                  <a:close/>
                  <a:moveTo>
                    <a:pt x="5892800" y="50800"/>
                  </a:moveTo>
                  <a:lnTo>
                    <a:pt x="5994400" y="50800"/>
                  </a:lnTo>
                  <a:lnTo>
                    <a:pt x="5892800" y="50800"/>
                  </a:lnTo>
                  <a:close/>
                  <a:moveTo>
                    <a:pt x="6096000" y="50800"/>
                  </a:moveTo>
                  <a:lnTo>
                    <a:pt x="6197600" y="50800"/>
                  </a:lnTo>
                  <a:lnTo>
                    <a:pt x="6096000" y="50800"/>
                  </a:lnTo>
                  <a:close/>
                  <a:moveTo>
                    <a:pt x="6299200" y="50800"/>
                  </a:moveTo>
                  <a:lnTo>
                    <a:pt x="6400800" y="50800"/>
                  </a:lnTo>
                  <a:lnTo>
                    <a:pt x="6299200" y="50800"/>
                  </a:lnTo>
                  <a:close/>
                  <a:moveTo>
                    <a:pt x="6502400" y="50800"/>
                  </a:moveTo>
                  <a:lnTo>
                    <a:pt x="6604000" y="50800"/>
                  </a:lnTo>
                  <a:lnTo>
                    <a:pt x="6502400" y="50800"/>
                  </a:lnTo>
                  <a:close/>
                  <a:moveTo>
                    <a:pt x="6705600" y="50800"/>
                  </a:moveTo>
                  <a:lnTo>
                    <a:pt x="6807200" y="50800"/>
                  </a:lnTo>
                  <a:lnTo>
                    <a:pt x="6705600" y="50800"/>
                  </a:lnTo>
                  <a:close/>
                  <a:moveTo>
                    <a:pt x="6908800" y="50800"/>
                  </a:moveTo>
                  <a:lnTo>
                    <a:pt x="7010400" y="50800"/>
                  </a:lnTo>
                  <a:lnTo>
                    <a:pt x="6908800" y="50800"/>
                  </a:lnTo>
                  <a:close/>
                  <a:moveTo>
                    <a:pt x="7112000" y="50800"/>
                  </a:moveTo>
                  <a:lnTo>
                    <a:pt x="7213600" y="50800"/>
                  </a:lnTo>
                  <a:lnTo>
                    <a:pt x="7112000" y="50800"/>
                  </a:lnTo>
                  <a:close/>
                  <a:moveTo>
                    <a:pt x="7315200" y="50800"/>
                  </a:moveTo>
                  <a:lnTo>
                    <a:pt x="7416800" y="50800"/>
                  </a:lnTo>
                  <a:lnTo>
                    <a:pt x="7315200" y="50800"/>
                  </a:lnTo>
                  <a:close/>
                  <a:moveTo>
                    <a:pt x="7518400" y="50800"/>
                  </a:moveTo>
                  <a:lnTo>
                    <a:pt x="7620000" y="50800"/>
                  </a:lnTo>
                  <a:lnTo>
                    <a:pt x="7518400" y="50800"/>
                  </a:lnTo>
                  <a:close/>
                  <a:moveTo>
                    <a:pt x="7721600" y="50800"/>
                  </a:moveTo>
                  <a:lnTo>
                    <a:pt x="7823200" y="50800"/>
                  </a:lnTo>
                  <a:lnTo>
                    <a:pt x="7721600" y="50800"/>
                  </a:lnTo>
                  <a:close/>
                  <a:moveTo>
                    <a:pt x="7924800" y="50800"/>
                  </a:moveTo>
                  <a:lnTo>
                    <a:pt x="8026400" y="50800"/>
                  </a:lnTo>
                  <a:lnTo>
                    <a:pt x="7924800" y="50800"/>
                  </a:lnTo>
                  <a:close/>
                  <a:moveTo>
                    <a:pt x="8128000" y="50800"/>
                  </a:moveTo>
                  <a:lnTo>
                    <a:pt x="8229600" y="50800"/>
                  </a:lnTo>
                  <a:lnTo>
                    <a:pt x="8128000" y="50800"/>
                  </a:lnTo>
                  <a:close/>
                  <a:moveTo>
                    <a:pt x="8331200" y="50800"/>
                  </a:moveTo>
                  <a:lnTo>
                    <a:pt x="8432800" y="50800"/>
                  </a:lnTo>
                  <a:lnTo>
                    <a:pt x="8331200" y="50800"/>
                  </a:lnTo>
                  <a:close/>
                  <a:moveTo>
                    <a:pt x="8534400" y="50800"/>
                  </a:moveTo>
                  <a:lnTo>
                    <a:pt x="8636000" y="50800"/>
                  </a:lnTo>
                  <a:lnTo>
                    <a:pt x="8534400" y="50800"/>
                  </a:lnTo>
                  <a:close/>
                  <a:moveTo>
                    <a:pt x="8737600" y="50800"/>
                  </a:moveTo>
                  <a:lnTo>
                    <a:pt x="8839200" y="50800"/>
                  </a:lnTo>
                  <a:lnTo>
                    <a:pt x="8737600" y="50800"/>
                  </a:lnTo>
                  <a:close/>
                  <a:moveTo>
                    <a:pt x="8940800" y="50800"/>
                  </a:moveTo>
                  <a:lnTo>
                    <a:pt x="9042400" y="50800"/>
                  </a:lnTo>
                  <a:lnTo>
                    <a:pt x="8940800" y="50800"/>
                  </a:lnTo>
                  <a:close/>
                  <a:moveTo>
                    <a:pt x="9144000" y="50800"/>
                  </a:moveTo>
                  <a:lnTo>
                    <a:pt x="9245600" y="50800"/>
                  </a:lnTo>
                  <a:lnTo>
                    <a:pt x="9144000" y="50800"/>
                  </a:lnTo>
                  <a:close/>
                  <a:moveTo>
                    <a:pt x="9347200" y="50800"/>
                  </a:moveTo>
                  <a:lnTo>
                    <a:pt x="9448800" y="50800"/>
                  </a:lnTo>
                  <a:lnTo>
                    <a:pt x="9347200" y="50800"/>
                  </a:lnTo>
                  <a:close/>
                  <a:moveTo>
                    <a:pt x="9550400" y="50800"/>
                  </a:moveTo>
                  <a:lnTo>
                    <a:pt x="9652000" y="50800"/>
                  </a:lnTo>
                  <a:lnTo>
                    <a:pt x="9550400" y="50800"/>
                  </a:lnTo>
                  <a:close/>
                  <a:moveTo>
                    <a:pt x="9753600" y="50800"/>
                  </a:moveTo>
                  <a:lnTo>
                    <a:pt x="9855200" y="50800"/>
                  </a:lnTo>
                  <a:lnTo>
                    <a:pt x="9753600" y="50800"/>
                  </a:lnTo>
                  <a:close/>
                  <a:moveTo>
                    <a:pt x="9956800" y="50800"/>
                  </a:moveTo>
                  <a:lnTo>
                    <a:pt x="10058400" y="50800"/>
                  </a:lnTo>
                  <a:lnTo>
                    <a:pt x="9956800" y="50800"/>
                  </a:lnTo>
                  <a:close/>
                  <a:moveTo>
                    <a:pt x="10160000" y="50800"/>
                  </a:moveTo>
                  <a:lnTo>
                    <a:pt x="10261600" y="50800"/>
                  </a:lnTo>
                  <a:lnTo>
                    <a:pt x="10160000" y="50800"/>
                  </a:lnTo>
                  <a:close/>
                  <a:moveTo>
                    <a:pt x="10363200" y="50800"/>
                  </a:moveTo>
                  <a:lnTo>
                    <a:pt x="10464800" y="50800"/>
                  </a:lnTo>
                  <a:lnTo>
                    <a:pt x="10363200" y="50800"/>
                  </a:lnTo>
                  <a:close/>
                  <a:moveTo>
                    <a:pt x="10566400" y="50800"/>
                  </a:moveTo>
                  <a:lnTo>
                    <a:pt x="10668000" y="50800"/>
                  </a:lnTo>
                  <a:lnTo>
                    <a:pt x="10566400" y="50800"/>
                  </a:lnTo>
                  <a:close/>
                  <a:moveTo>
                    <a:pt x="10769600" y="50800"/>
                  </a:moveTo>
                  <a:lnTo>
                    <a:pt x="10871200" y="50800"/>
                  </a:lnTo>
                  <a:lnTo>
                    <a:pt x="10769600" y="50800"/>
                  </a:lnTo>
                  <a:close/>
                  <a:moveTo>
                    <a:pt x="10972800" y="50800"/>
                  </a:moveTo>
                  <a:lnTo>
                    <a:pt x="11074400" y="50800"/>
                  </a:lnTo>
                  <a:lnTo>
                    <a:pt x="10972800" y="50800"/>
                  </a:lnTo>
                  <a:close/>
                  <a:moveTo>
                    <a:pt x="11176000" y="50800"/>
                  </a:moveTo>
                  <a:lnTo>
                    <a:pt x="11277600" y="50800"/>
                  </a:lnTo>
                  <a:lnTo>
                    <a:pt x="11176000" y="50800"/>
                  </a:lnTo>
                  <a:close/>
                  <a:moveTo>
                    <a:pt x="11379200" y="50800"/>
                  </a:moveTo>
                  <a:lnTo>
                    <a:pt x="11480800" y="50800"/>
                  </a:lnTo>
                  <a:lnTo>
                    <a:pt x="11379200" y="50800"/>
                  </a:lnTo>
                  <a:close/>
                  <a:moveTo>
                    <a:pt x="11582400" y="50800"/>
                  </a:moveTo>
                  <a:lnTo>
                    <a:pt x="11684000" y="50800"/>
                  </a:lnTo>
                  <a:lnTo>
                    <a:pt x="11582400" y="50800"/>
                  </a:lnTo>
                  <a:close/>
                  <a:moveTo>
                    <a:pt x="11785600" y="50800"/>
                  </a:moveTo>
                  <a:lnTo>
                    <a:pt x="11887200" y="50800"/>
                  </a:lnTo>
                  <a:lnTo>
                    <a:pt x="11785600" y="50800"/>
                  </a:lnTo>
                  <a:close/>
                  <a:moveTo>
                    <a:pt x="11988800" y="50800"/>
                  </a:moveTo>
                  <a:lnTo>
                    <a:pt x="12090400" y="50800"/>
                  </a:lnTo>
                  <a:lnTo>
                    <a:pt x="11988800" y="50800"/>
                  </a:lnTo>
                  <a:close/>
                  <a:moveTo>
                    <a:pt x="12192000" y="50800"/>
                  </a:moveTo>
                  <a:lnTo>
                    <a:pt x="12293600" y="50800"/>
                  </a:lnTo>
                  <a:lnTo>
                    <a:pt x="12192000" y="50800"/>
                  </a:lnTo>
                  <a:close/>
                  <a:moveTo>
                    <a:pt x="12395200" y="50800"/>
                  </a:moveTo>
                  <a:lnTo>
                    <a:pt x="12496800" y="50800"/>
                  </a:lnTo>
                  <a:lnTo>
                    <a:pt x="12395200" y="50800"/>
                  </a:lnTo>
                  <a:close/>
                  <a:moveTo>
                    <a:pt x="12598400" y="50800"/>
                  </a:moveTo>
                  <a:lnTo>
                    <a:pt x="12700000" y="50800"/>
                  </a:lnTo>
                  <a:lnTo>
                    <a:pt x="12598400" y="50800"/>
                  </a:lnTo>
                  <a:close/>
                  <a:moveTo>
                    <a:pt x="12801600" y="50800"/>
                  </a:moveTo>
                  <a:lnTo>
                    <a:pt x="12903200" y="50800"/>
                  </a:lnTo>
                  <a:lnTo>
                    <a:pt x="12801600" y="50800"/>
                  </a:lnTo>
                  <a:close/>
                  <a:moveTo>
                    <a:pt x="13004800" y="50800"/>
                  </a:moveTo>
                  <a:lnTo>
                    <a:pt x="13106400" y="50800"/>
                  </a:lnTo>
                  <a:lnTo>
                    <a:pt x="13004800" y="50800"/>
                  </a:lnTo>
                  <a:close/>
                  <a:moveTo>
                    <a:pt x="13208000" y="50800"/>
                  </a:moveTo>
                  <a:lnTo>
                    <a:pt x="13309600" y="50800"/>
                  </a:lnTo>
                  <a:lnTo>
                    <a:pt x="13208000" y="50800"/>
                  </a:lnTo>
                  <a:close/>
                  <a:moveTo>
                    <a:pt x="13411200" y="50800"/>
                  </a:moveTo>
                  <a:lnTo>
                    <a:pt x="13512800" y="50800"/>
                  </a:lnTo>
                  <a:lnTo>
                    <a:pt x="13411200" y="50800"/>
                  </a:lnTo>
                  <a:close/>
                  <a:moveTo>
                    <a:pt x="13614400" y="50800"/>
                  </a:moveTo>
                  <a:lnTo>
                    <a:pt x="13716000" y="50800"/>
                  </a:lnTo>
                  <a:lnTo>
                    <a:pt x="13614400" y="50800"/>
                  </a:lnTo>
                  <a:close/>
                  <a:moveTo>
                    <a:pt x="13817600" y="50800"/>
                  </a:moveTo>
                  <a:lnTo>
                    <a:pt x="13919200" y="50800"/>
                  </a:lnTo>
                  <a:lnTo>
                    <a:pt x="13817600" y="50800"/>
                  </a:lnTo>
                  <a:close/>
                  <a:moveTo>
                    <a:pt x="14020800" y="50800"/>
                  </a:moveTo>
                  <a:lnTo>
                    <a:pt x="14122400" y="50800"/>
                  </a:lnTo>
                  <a:lnTo>
                    <a:pt x="14020800" y="50800"/>
                  </a:lnTo>
                  <a:close/>
                  <a:moveTo>
                    <a:pt x="14224000" y="50800"/>
                  </a:moveTo>
                  <a:lnTo>
                    <a:pt x="14325600" y="50800"/>
                  </a:lnTo>
                  <a:lnTo>
                    <a:pt x="14224000" y="50800"/>
                  </a:lnTo>
                  <a:close/>
                  <a:moveTo>
                    <a:pt x="14427200" y="50800"/>
                  </a:moveTo>
                  <a:lnTo>
                    <a:pt x="14528800" y="50800"/>
                  </a:lnTo>
                  <a:lnTo>
                    <a:pt x="14427200" y="50800"/>
                  </a:lnTo>
                  <a:close/>
                  <a:moveTo>
                    <a:pt x="14630400" y="50800"/>
                  </a:moveTo>
                  <a:lnTo>
                    <a:pt x="14732000" y="50800"/>
                  </a:lnTo>
                  <a:lnTo>
                    <a:pt x="14630400" y="50800"/>
                  </a:lnTo>
                  <a:close/>
                  <a:moveTo>
                    <a:pt x="14833600" y="50800"/>
                  </a:moveTo>
                  <a:lnTo>
                    <a:pt x="14935200" y="50800"/>
                  </a:lnTo>
                  <a:lnTo>
                    <a:pt x="14833600" y="50800"/>
                  </a:lnTo>
                  <a:close/>
                  <a:moveTo>
                    <a:pt x="15036800" y="50800"/>
                  </a:moveTo>
                  <a:lnTo>
                    <a:pt x="15138400" y="50800"/>
                  </a:lnTo>
                  <a:lnTo>
                    <a:pt x="15036800" y="50800"/>
                  </a:lnTo>
                  <a:close/>
                  <a:moveTo>
                    <a:pt x="15240000" y="50800"/>
                  </a:moveTo>
                  <a:lnTo>
                    <a:pt x="15341600" y="50800"/>
                  </a:lnTo>
                  <a:lnTo>
                    <a:pt x="15240000" y="50800"/>
                  </a:lnTo>
                  <a:close/>
                  <a:moveTo>
                    <a:pt x="15443200" y="50800"/>
                  </a:moveTo>
                  <a:lnTo>
                    <a:pt x="15544800" y="50800"/>
                  </a:lnTo>
                  <a:lnTo>
                    <a:pt x="15443200" y="50800"/>
                  </a:lnTo>
                  <a:close/>
                  <a:moveTo>
                    <a:pt x="15646400" y="50800"/>
                  </a:moveTo>
                  <a:lnTo>
                    <a:pt x="15748000" y="50800"/>
                  </a:lnTo>
                  <a:lnTo>
                    <a:pt x="15646400" y="50800"/>
                  </a:lnTo>
                  <a:close/>
                  <a:moveTo>
                    <a:pt x="15849600" y="50800"/>
                  </a:moveTo>
                  <a:lnTo>
                    <a:pt x="15951200" y="50800"/>
                  </a:lnTo>
                  <a:lnTo>
                    <a:pt x="15849600" y="50800"/>
                  </a:lnTo>
                  <a:close/>
                  <a:moveTo>
                    <a:pt x="16052800" y="50800"/>
                  </a:moveTo>
                  <a:lnTo>
                    <a:pt x="16154400" y="50800"/>
                  </a:lnTo>
                  <a:lnTo>
                    <a:pt x="16052800" y="50800"/>
                  </a:lnTo>
                  <a:close/>
                  <a:moveTo>
                    <a:pt x="16256000" y="50800"/>
                  </a:moveTo>
                  <a:lnTo>
                    <a:pt x="16357600" y="50800"/>
                  </a:lnTo>
                  <a:lnTo>
                    <a:pt x="16256000" y="50800"/>
                  </a:lnTo>
                  <a:close/>
                  <a:moveTo>
                    <a:pt x="16459200" y="50800"/>
                  </a:moveTo>
                  <a:lnTo>
                    <a:pt x="16560800" y="50800"/>
                  </a:lnTo>
                  <a:lnTo>
                    <a:pt x="16459200" y="50800"/>
                  </a:lnTo>
                  <a:close/>
                  <a:moveTo>
                    <a:pt x="16662400" y="50800"/>
                  </a:moveTo>
                  <a:lnTo>
                    <a:pt x="16764000" y="50800"/>
                  </a:lnTo>
                  <a:lnTo>
                    <a:pt x="16662400" y="50800"/>
                  </a:lnTo>
                  <a:close/>
                  <a:moveTo>
                    <a:pt x="16865600" y="50800"/>
                  </a:moveTo>
                  <a:lnTo>
                    <a:pt x="16967200" y="50800"/>
                  </a:lnTo>
                  <a:lnTo>
                    <a:pt x="16865600" y="50800"/>
                  </a:lnTo>
                  <a:close/>
                  <a:moveTo>
                    <a:pt x="17068800" y="50800"/>
                  </a:moveTo>
                  <a:lnTo>
                    <a:pt x="17170400" y="50800"/>
                  </a:lnTo>
                  <a:lnTo>
                    <a:pt x="17068800" y="50800"/>
                  </a:lnTo>
                  <a:close/>
                  <a:moveTo>
                    <a:pt x="17272000" y="50800"/>
                  </a:moveTo>
                  <a:lnTo>
                    <a:pt x="17373600" y="50800"/>
                  </a:lnTo>
                  <a:lnTo>
                    <a:pt x="17272000" y="50800"/>
                  </a:lnTo>
                  <a:close/>
                  <a:moveTo>
                    <a:pt x="17475200" y="50800"/>
                  </a:moveTo>
                  <a:lnTo>
                    <a:pt x="17576800" y="50800"/>
                  </a:lnTo>
                  <a:lnTo>
                    <a:pt x="17475200" y="50800"/>
                  </a:lnTo>
                  <a:close/>
                  <a:moveTo>
                    <a:pt x="17678400" y="50800"/>
                  </a:moveTo>
                  <a:lnTo>
                    <a:pt x="17780000" y="50800"/>
                  </a:lnTo>
                  <a:lnTo>
                    <a:pt x="17678400" y="50800"/>
                  </a:lnTo>
                  <a:close/>
                  <a:moveTo>
                    <a:pt x="17881600" y="50800"/>
                  </a:moveTo>
                  <a:lnTo>
                    <a:pt x="17983200" y="50800"/>
                  </a:lnTo>
                  <a:lnTo>
                    <a:pt x="17881600" y="50800"/>
                  </a:lnTo>
                  <a:close/>
                  <a:moveTo>
                    <a:pt x="18084800" y="50800"/>
                  </a:moveTo>
                  <a:lnTo>
                    <a:pt x="18186400" y="50800"/>
                  </a:lnTo>
                  <a:lnTo>
                    <a:pt x="18084800" y="50800"/>
                  </a:lnTo>
                  <a:close/>
                  <a:moveTo>
                    <a:pt x="18288000" y="50800"/>
                  </a:moveTo>
                  <a:lnTo>
                    <a:pt x="18389600" y="50800"/>
                  </a:lnTo>
                  <a:lnTo>
                    <a:pt x="18288000" y="50800"/>
                  </a:lnTo>
                  <a:close/>
                  <a:moveTo>
                    <a:pt x="18491200" y="50800"/>
                  </a:moveTo>
                  <a:lnTo>
                    <a:pt x="18592800" y="50800"/>
                  </a:lnTo>
                  <a:lnTo>
                    <a:pt x="18491200" y="50800"/>
                  </a:lnTo>
                  <a:close/>
                  <a:moveTo>
                    <a:pt x="18694400" y="50800"/>
                  </a:moveTo>
                  <a:lnTo>
                    <a:pt x="18796000" y="50800"/>
                  </a:lnTo>
                  <a:lnTo>
                    <a:pt x="18694400" y="50800"/>
                  </a:lnTo>
                  <a:close/>
                  <a:moveTo>
                    <a:pt x="18897600" y="50800"/>
                  </a:moveTo>
                  <a:lnTo>
                    <a:pt x="18999200" y="50800"/>
                  </a:lnTo>
                  <a:lnTo>
                    <a:pt x="18897600" y="50800"/>
                  </a:lnTo>
                  <a:close/>
                  <a:moveTo>
                    <a:pt x="19100800" y="50800"/>
                  </a:moveTo>
                  <a:lnTo>
                    <a:pt x="19202400" y="50800"/>
                  </a:lnTo>
                  <a:lnTo>
                    <a:pt x="19100800" y="50800"/>
                  </a:lnTo>
                  <a:close/>
                  <a:moveTo>
                    <a:pt x="19304000" y="50800"/>
                  </a:moveTo>
                  <a:lnTo>
                    <a:pt x="19405600" y="50800"/>
                  </a:lnTo>
                  <a:lnTo>
                    <a:pt x="19304000" y="50800"/>
                  </a:lnTo>
                  <a:close/>
                  <a:moveTo>
                    <a:pt x="19507200" y="50800"/>
                  </a:moveTo>
                  <a:lnTo>
                    <a:pt x="19608800" y="50800"/>
                  </a:lnTo>
                  <a:lnTo>
                    <a:pt x="19507200" y="50800"/>
                  </a:lnTo>
                  <a:close/>
                  <a:moveTo>
                    <a:pt x="19710400" y="50800"/>
                  </a:moveTo>
                  <a:lnTo>
                    <a:pt x="19812000" y="50800"/>
                  </a:lnTo>
                  <a:lnTo>
                    <a:pt x="19710400" y="50800"/>
                  </a:lnTo>
                  <a:close/>
                  <a:moveTo>
                    <a:pt x="19913600" y="50800"/>
                  </a:moveTo>
                  <a:lnTo>
                    <a:pt x="20015200" y="50800"/>
                  </a:lnTo>
                  <a:lnTo>
                    <a:pt x="19913600" y="50800"/>
                  </a:lnTo>
                  <a:close/>
                  <a:moveTo>
                    <a:pt x="20116800" y="50800"/>
                  </a:moveTo>
                  <a:lnTo>
                    <a:pt x="20218400" y="50800"/>
                  </a:lnTo>
                  <a:lnTo>
                    <a:pt x="20116800" y="50800"/>
                  </a:lnTo>
                  <a:close/>
                  <a:moveTo>
                    <a:pt x="20320000" y="50800"/>
                  </a:moveTo>
                  <a:lnTo>
                    <a:pt x="20421600" y="50800"/>
                  </a:lnTo>
                  <a:lnTo>
                    <a:pt x="20320000" y="50800"/>
                  </a:lnTo>
                  <a:close/>
                  <a:moveTo>
                    <a:pt x="20523200" y="50800"/>
                  </a:moveTo>
                  <a:lnTo>
                    <a:pt x="20624800" y="50800"/>
                  </a:lnTo>
                  <a:lnTo>
                    <a:pt x="20523200" y="508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53063"/>
            </a:solidFill>
          </p:spPr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6" b="-26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2572752" y="4216665"/>
            <a:ext cx="13142497" cy="1536520"/>
          </a:xfrm>
          <a:custGeom>
            <a:avLst/>
            <a:gdLst/>
            <a:ahLst/>
            <a:cxnLst/>
            <a:rect l="l" t="t" r="r" b="b"/>
            <a:pathLst>
              <a:path w="13142497" h="1536520">
                <a:moveTo>
                  <a:pt x="0" y="0"/>
                </a:moveTo>
                <a:lnTo>
                  <a:pt x="13142497" y="0"/>
                </a:lnTo>
                <a:lnTo>
                  <a:pt x="13142497" y="1536520"/>
                </a:lnTo>
                <a:lnTo>
                  <a:pt x="0" y="1536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287576" y="4332403"/>
            <a:ext cx="11712848" cy="1202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19"/>
              </a:lnSpc>
            </a:pPr>
            <a:r>
              <a:rPr lang="en-US" sz="6300">
                <a:solidFill>
                  <a:srgbClr val="153063"/>
                </a:solidFill>
                <a:latin typeface="Open Sans Bold Italics"/>
              </a:rPr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443</Words>
  <Application>Microsoft Office PowerPoint</Application>
  <PresentationFormat>Custom</PresentationFormat>
  <Paragraphs>91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8" baseType="lpstr">
      <vt:lpstr>Arial</vt:lpstr>
      <vt:lpstr>Open Sans Bold Italics</vt:lpstr>
      <vt:lpstr>Poppins Bold</vt:lpstr>
      <vt:lpstr>Poppins Bold Italics</vt:lpstr>
      <vt:lpstr>Poppins Italics</vt:lpstr>
      <vt:lpstr>Open Sans Bold</vt:lpstr>
      <vt:lpstr>Calibri</vt:lpstr>
      <vt:lpstr>Poppins</vt:lpstr>
      <vt:lpstr>Lora Bold</vt:lpstr>
      <vt:lpstr>Lora Bold Italics</vt:lpstr>
      <vt:lpstr>Poppins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Statistics Analysis Competition.pptx</dc:title>
  <cp:lastModifiedBy>Erlin Shofiana</cp:lastModifiedBy>
  <cp:revision>2</cp:revision>
  <dcterms:created xsi:type="dcterms:W3CDTF">2006-08-16T00:00:00Z</dcterms:created>
  <dcterms:modified xsi:type="dcterms:W3CDTF">2024-05-02T15:43:07Z</dcterms:modified>
  <dc:identifier>DAGD9en_h4c</dc:identifier>
</cp:coreProperties>
</file>